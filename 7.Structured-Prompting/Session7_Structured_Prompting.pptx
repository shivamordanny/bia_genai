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D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S S I O N   7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 |  ReAct  |  Tree-of-Thought  |  Graph-of-Thought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Generative AI &amp; Agentic AI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898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98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in Practice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CoT, programmatic validation, Auto-CoT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10312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5856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167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Agent Loops with Tools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7160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working agent from scratch with tool execution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97180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2724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358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71600" y="3337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Multi-path reasoning — generate, evaluate, pursue the best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84048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9592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04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Graph-of-Thought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37160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problem solving with merging and refinement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Recap → Session 7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6 (Conceptual)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7 (Implementation)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Chain-of-Thought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"Think step by step"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CoT, JSON parsing,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 → Action → Observation 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agent loop with tool execution + error 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Tree-of-Thought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multiple paths (overview)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→ Evaluate → Pursue — coded end-to-end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Graph-of-Thought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mention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implementation — decompose, solve, merge, refine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hands-on. You'll write real Python code implementing each of these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"think step by step" to structured, verifiable reasoning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Chain-of-Thought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23444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55448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1508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"think step by step" to the prompt. Simple but unstructured — you covered this in Session 6.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28600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42316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554480" y="2377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5448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specific reasoning steps with a defined schema (## Understanding → ## Approach → ## Solution → ## Verification). Consistent and parseable.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474720"/>
            <a:ext cx="54864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361188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611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55448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CoT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54480" y="3886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as JSON. Each step has an operation and numeric result. Code validates each step and catches errors before returning.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CoT: Forcing Reasoning Steps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free-form reasoning, define the exact structure the model must follow: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4206240" cy="3383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3258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MESSAGE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Understanding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Restate the problem.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Approach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approaches, select best.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Step-by-Step Solution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Numbered steps with math.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Verification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via different method.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Final Answer</a:t>
            </a:r>
            <a:endParaRPr lang="en-US" sz="8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clear sentence.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206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Better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output format every time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2860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3212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catches errors automatically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78892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5321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are parseable by code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29184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3212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 humans to follow along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Building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Agent Loop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 — the backbone of modern AI agents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alternates between reasoning (Thought) and acting (Tool Call), then observes the result.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71600"/>
            <a:ext cx="1737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86000" y="1783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371600"/>
            <a:ext cx="1737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256032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56032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(search, calc)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97680" y="1783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572000" y="137160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1371600"/>
            <a:ext cx="17373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09360" y="1783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6583680" y="137160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0" y="1371600"/>
            <a:ext cx="1737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8368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more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or done?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3383280"/>
            <a:ext cx="8046720" cy="73152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3429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grows with each cycle. The model sees ALL previous Thoughts, Actions, and Observations — this is how it builds context over multiple tool calls.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Build ReAct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91440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914400"/>
            <a:ext cx="38404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Parsing (Educational)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5087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outputs: Action: search("query")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parse with regex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the mechanism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LLM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regex parsing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may not follow format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914400"/>
            <a:ext cx="38404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(Production)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15087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outputs structured JSON tool calls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handles parsing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structured output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calls supported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LangChain under the hood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OpenAI/Anthropic-specific APIs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multiple reasoning paths and choosing the best one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Tree-of-Thought: Three Steps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508760" y="11887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150876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3+ different approaches to the problem. Each should be a distinctly different strategy.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0058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18872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43434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56616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6616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each approach on feasibility, efficiency, and likely correctness. Pick the most promising.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10058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78040" y="118872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71780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4008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problem following the winning approach. The model commits fully to one strategy.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decisions, architecture design, creative writing, any problem with multiple valid approaches.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3-10+ API calls (generate + evaluate + execute). Use when the problem justifies the extra cost.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Graph-of-Thought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reasoning — decompose, solve, merge, refine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GoT: What Makes It Different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branch. Graphs merge. That's the key difference.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5087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0080" y="2560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problem into independent sub-problems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97480" y="132588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50876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8892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788920" y="2560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each sub-problem independently in parallel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846320" y="132588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50876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3776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937760" y="2560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insights from multiple sub-solutions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995160" y="132588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50876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8660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086600" y="2560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merged solution based on self-critique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48640" y="374904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/>
        </p:spPr>
      </p:sp>
      <p:sp>
        <p:nvSpPr>
          <p:cNvPr id="22" name="Text 15"/>
          <p:cNvSpPr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research synthesis, multi-factor analysis — any problem where sub-parts interact and a single linear chain isn't enough.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Pattern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with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Branching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Arbitrary 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3-10+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5-15+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Math, logic, step-by-step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use, data 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Strategy, design choices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design, 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Decision Guide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490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step-by-step problem? → CoT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69080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external data or tools? → ReAct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89120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86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strategies to compare? → Tree-of-Thought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916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6868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Sub-problems that interact? → Graph-of-Thought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887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CoT makes LLM reasoning verifiable — demand JSON, validate each step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8745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8745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is the foundation of all modern agents — Thought → Action → Observation → repeat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25603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974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560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OpenAI function calling in production, text-parsing for learning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48640" y="32461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832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2461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 when you need to explore and compare multiple strategies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" y="39319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6908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9319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Graph-of-Thought when sub-problems interact and need merging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Session 7 — Structured Prompting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CoT Problem Solver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system prompt that produces verifiable JSON reasoning steps, then validate each step in Python.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ReAct Agent with Tool Use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full Thought → Action → Observation agent loop with a city lookup tool and calculator.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7 — Structured Prompting</dc:title>
  <dc:subject>PptxGenJS Presentation</dc:subject>
  <dc:creator>Danny - BIA School of Technology &amp; AI</dc:creator>
  <cp:lastModifiedBy>Danny - BIA School of Technology &amp; AI</cp:lastModifiedBy>
  <cp:revision>1</cp:revision>
  <dcterms:created xsi:type="dcterms:W3CDTF">2026-03-28T15:23:40Z</dcterms:created>
  <dcterms:modified xsi:type="dcterms:W3CDTF">2026-03-28T15:23:40Z</dcterms:modified>
</cp:coreProperties>
</file>