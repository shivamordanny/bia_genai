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E2D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4572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31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S S I O N   1 0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4630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101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Text to Numbers — How Machines Find Similar Content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BIA® School of Technology &amp; AI  |  Generative AI &amp; Agentic AI Development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Session 9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258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234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Need Knowledge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80160" y="15087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agents retrieve context to reason. They can't think without information.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19456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19456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317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2402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Powers Agents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280160" y="25146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lets agents access external knowledge bases in real-time.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20040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375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2461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How Do We Find Relevant Docs?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280160" y="35204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embeddings! Convert text to numbers. Numbers are searchable and comparable.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Parts — Embeddings, Similarity, Cost, FAISS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Embeddings?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005840"/>
            <a:ext cx="8046720" cy="731520"/>
          </a:xfrm>
          <a:prstGeom prst="rect">
            <a:avLst>
              <a:gd name="adj" fmla="val 6250"/>
            </a:avLst>
          </a:prstGeom>
          <a:solidFill>
            <a:srgbClr val="FEF3C7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0515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Numbers. Machines compare numbers, not words.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201168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67128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08483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Vector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280160" y="234086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word/phrase becomes a list of numbers (768, 1024, or 1536 dimensions typical).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48640" y="288036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48640" y="288036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35808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295351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Meaning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280160" y="320954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words have embeddings close to each other in vector space.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48640" y="374904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48640" y="374904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904488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80160" y="38221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280160" y="407822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compute distance/similarity between any two vectors.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Embeddings Work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Related words cluster in semantic space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80467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371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498080" y="38404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→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858000" y="1645920"/>
            <a:ext cx="731520" cy="365760"/>
          </a:xfrm>
          <a:prstGeom prst="roundRect">
            <a:avLst>
              <a:gd name="adj" fmla="val 12500"/>
            </a:avLst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0" y="1645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858000" y="2103120"/>
            <a:ext cx="731520" cy="365760"/>
          </a:xfrm>
          <a:prstGeom prst="roundRect">
            <a:avLst>
              <a:gd name="adj" fmla="val 12500"/>
            </a:avLst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0" y="2103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0" y="2743200"/>
            <a:ext cx="731520" cy="36576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0" y="3200400"/>
            <a:ext cx="731520" cy="36576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0" y="3200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Woman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371600" y="2926080"/>
            <a:ext cx="731520" cy="365760"/>
          </a:xfrm>
          <a:prstGeom prst="roundRect">
            <a:avLst>
              <a:gd name="adj" fmla="val 12500"/>
            </a:avLst>
          </a:prstGeom>
          <a:solidFill>
            <a:srgbClr val="F97316"/>
          </a:solidFill>
          <a:ln/>
        </p:spPr>
      </p:sp>
      <p:sp>
        <p:nvSpPr>
          <p:cNvPr id="17" name="Text 14"/>
          <p:cNvSpPr/>
          <p:nvPr/>
        </p:nvSpPr>
        <p:spPr>
          <a:xfrm>
            <a:off x="1371600" y="2926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645920" y="2560320"/>
            <a:ext cx="731520" cy="365760"/>
          </a:xfrm>
          <a:prstGeom prst="roundRect">
            <a:avLst>
              <a:gd name="adj" fmla="val 12500"/>
            </a:avLst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1645920" y="2560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Embeddings with LangChain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GoogleGenerativeAIEmbeddings + embed_query()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8046720" cy="3017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325880"/>
            <a:ext cx="75895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langchain.embeddings import GoogleGenerativeAIEmbeddings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 = GoogleGenerativeAIEmbeddings(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model='models/embedding-001'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= 'How do I use vector databases?'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 = embeddings.embed_query(query)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Output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= list of 768 floats (or 1024, 1536 depending on model)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804672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325880"/>
            <a:ext cx="7589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 = [0.023, -0.156, 0.089, 0.412, -0.067, ... 768 total]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Each position captures semantic meaning: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position 0: 'is it a person?' (0.023 = slightly)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position 1: 'gender-related?' (-0.156 = not really)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283464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FEF3C7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8803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You don't need to understand each dimension. The model learns them automatically!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Metrics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Ways to Compare Vectors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angle between vectors. Same direction = 1.0, perpendicular = 0.0, opposite = -1.0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8046720" cy="548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3258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cosine_similarity(a, b) = (a · b) / (||a|| × ||b||)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210312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1488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Text &amp; NLP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280160" y="239572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are normalized, so only direction matters.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" y="292608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48640" y="292608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6324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29718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280160" y="321868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compute. Returns value in [-1, 1] range.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48640" y="374904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48640" y="374904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88620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0160" y="37947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Scale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280160" y="404164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care about magnitude, only orientation.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Distance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Straight-line distance in vector space. Smaller = more similar.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8046720" cy="548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3258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distance(a, b) = √(Σ(a_i - b_i)²)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210312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1488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Thinking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280160" y="239572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low-dimensional spatial data (2D/3D).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" y="292608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48640" y="292608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6324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29718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Curse of Dimensionality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280160" y="321868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unreliable in very high dimensions (768+).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48640" y="374904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48640" y="374904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88620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0160" y="37947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Matters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280160" y="404164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affects distance. Use for normalized vectors only.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Which?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3200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/ 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Text, NLP, Embeddings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[-1, 1] — Most popular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Euclidean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Spatial, low-dimensional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 ∞) — Avoid high dims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Dot Product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Normalized vectors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[-1, 1] — Fast but needs normalization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Models: Cost Comparison (2026)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012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92024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Price/1M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text-embedding-small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text-embedding-large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3072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embedding-001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mistral-embed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3931920"/>
            <a:ext cx="8046720" cy="594360"/>
          </a:xfrm>
          <a:prstGeom prst="roundRect">
            <a:avLst>
              <a:gd name="adj" fmla="val 7692"/>
            </a:avLst>
          </a:prstGeom>
          <a:solidFill>
            <a:srgbClr val="FEF3C7"/>
          </a:solidFill>
          <a:ln/>
        </p:spPr>
      </p:sp>
      <p:sp>
        <p:nvSpPr>
          <p:cNvPr id="6" name="Text 2"/>
          <p:cNvSpPr/>
          <p:nvPr/>
        </p:nvSpPr>
        <p:spPr>
          <a:xfrm>
            <a:off x="822960" y="3977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Mistral is cheapest, OpenAI small is balanced, Google is reliable. Choose based on accuracy &amp; budget.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FAISS?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Meta's library for fast similarity search on vectors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FAISS?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48640" y="105156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5156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8872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1097280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Open Source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280160" y="13441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licensing or server costs.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48640" y="1856232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1856232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93392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1901952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Processing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280160" y="21488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your machine. No data sent to cloud.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548640" y="2660904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48640" y="2660904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798064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2706624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280160" y="29535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C++ backend. Millions of vectors searched in milliseconds.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548640" y="3465576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48640" y="3465576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602736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80160" y="3511296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1280160" y="375818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1M+ vectors efficiently with indexing strategies.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Workflow: 3 Steps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914400" y="123444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14400" y="1234440"/>
            <a:ext cx="201168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371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Index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9260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474720" y="123444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74720" y="1234440"/>
            <a:ext cx="201168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3474720" y="1371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Add Vectors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035040" y="123444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035040" y="1234440"/>
            <a:ext cx="201168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6035040" y="1371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Search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2286000"/>
            <a:ext cx="8046720" cy="2103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77240" y="2377440"/>
            <a:ext cx="7589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faiss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= faiss.IndexFlatL2(768)  # Create index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 = np.random.randn(1000, 768).astype('float32')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index.add(vectors)  # Add 1000 vectors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= np.random.randn(1, 768).astype('float32')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D, I = index.search(query, k=5)  # Find 5 nearest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with LangChain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simpler API for vector store creation &amp; search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8046720" cy="3017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325880"/>
            <a:ext cx="75895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langchain.vectorstores import FAISS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langchain.text_splitter import CharacterTextSplitter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 = ['text1', 'text2', ...]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= FAISS.from_texts(docs, embeddings)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db.similarity_search('query', k=3)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Search Engine Demo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documents → FAISS index → query → top 3 results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2801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'How do I use vector databases in RAG?'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130552"/>
            <a:ext cx="457200" cy="402336"/>
          </a:xfrm>
          <a:prstGeom prst="roundRect">
            <a:avLst>
              <a:gd name="adj" fmla="val 9091"/>
            </a:avLst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13055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371600" y="203911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3: Vector DB Basics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371600" y="235000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Similarity: 0.92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278892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77240" y="2953512"/>
            <a:ext cx="457200" cy="402336"/>
          </a:xfrm>
          <a:prstGeom prst="roundRect">
            <a:avLst>
              <a:gd name="adj" fmla="val 909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295351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371600" y="286207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7: FAISS Tutorial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371600" y="31729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Similarity: 0.88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3611880"/>
            <a:ext cx="80467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77240" y="3776472"/>
            <a:ext cx="457200" cy="402336"/>
          </a:xfrm>
          <a:prstGeom prst="roundRect">
            <a:avLst>
              <a:gd name="adj" fmla="val 9091"/>
            </a:avLst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377647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371600" y="36850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1: RAG Fundamentals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371600" y="399592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Similarity: 0.85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2801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12070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FAQ Search System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71600" y="15087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10 FAQs, embed them, build a FAISS index, search by user query.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214884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148840"/>
            <a:ext cx="54864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" y="23317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371600" y="22585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Similarity Metrics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371600" y="25603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5 embeddings. Calculate cosine, euclidean, dot product. Compare results.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3200400"/>
            <a:ext cx="54864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Shape 15"/>
          <p:cNvSpPr/>
          <p:nvPr/>
        </p:nvSpPr>
        <p:spPr>
          <a:xfrm>
            <a:off x="777240" y="33832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371600" y="33101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Calculator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371600" y="36118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embedding cost for 100K documents across 3 providers.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11 Preview: Vector DB Landscape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10 — Vector Search 101</dc:title>
  <dc:subject>PptxGenJS Presentation</dc:subject>
  <dc:creator>Danny - BIA School of Technology &amp; AI</dc:creator>
  <cp:lastModifiedBy>Danny - BIA School of Technology &amp; AI</cp:lastModifiedBy>
  <cp:revision>1</cp:revision>
  <dcterms:created xsi:type="dcterms:W3CDTF">2026-04-11T04:04:20Z</dcterms:created>
  <dcterms:modified xsi:type="dcterms:W3CDTF">2026-04-11T04:04:20Z</dcterms:modified>
</cp:coreProperties>
</file>