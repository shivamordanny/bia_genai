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3"/>
  </p:notesMasterIdLst>
  <p:sldIdLst>
    <p:sldId id="256" r:id="rId2"/>
    <p:sldId id="674" r:id="rId3"/>
    <p:sldId id="257" r:id="rId4"/>
    <p:sldId id="258" r:id="rId5"/>
    <p:sldId id="714" r:id="rId6"/>
    <p:sldId id="260" r:id="rId7"/>
    <p:sldId id="261" r:id="rId8"/>
    <p:sldId id="262" r:id="rId9"/>
    <p:sldId id="263" r:id="rId10"/>
    <p:sldId id="264" r:id="rId11"/>
    <p:sldId id="3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799" userDrawn="1">
          <p15:clr>
            <a:srgbClr val="A4A3A4"/>
          </p15:clr>
        </p15:guide>
        <p15:guide id="3" orient="horz" pos="1026" userDrawn="1">
          <p15:clr>
            <a:srgbClr val="A4A3A4"/>
          </p15:clr>
        </p15:guide>
        <p15:guide id="4" pos="438" userDrawn="1">
          <p15:clr>
            <a:srgbClr val="A4A3A4"/>
          </p15:clr>
        </p15:guide>
        <p15:guide id="5" pos="7242" userDrawn="1">
          <p15:clr>
            <a:srgbClr val="A4A3A4"/>
          </p15:clr>
        </p15:guide>
        <p15:guide id="6" orient="horz"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93447" autoAdjust="0"/>
  </p:normalViewPr>
  <p:slideViewPr>
    <p:cSldViewPr snapToGrid="0">
      <p:cViewPr varScale="1">
        <p:scale>
          <a:sx n="100" d="100"/>
          <a:sy n="100" d="100"/>
        </p:scale>
        <p:origin x="450" y="78"/>
      </p:cViewPr>
      <p:guideLst>
        <p:guide orient="horz" pos="346"/>
        <p:guide orient="horz" pos="799"/>
        <p:guide orient="horz" pos="1026"/>
        <p:guide pos="438"/>
        <p:guide pos="7242"/>
        <p:guide orient="horz" pos="3838"/>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ata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0A0E15-6630-493E-B8B6-0FAC4E47D5D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27F224E-B7C1-4E9A-A302-A6C558BD94FE}">
      <dgm:prSet custT="1"/>
      <dgm:spPr/>
      <dgm:t>
        <a:bodyPr/>
        <a:lstStyle/>
        <a:p>
          <a:pPr>
            <a:defRPr cap="all"/>
          </a:pPr>
          <a:r>
            <a:rPr lang="en-IN" sz="1800" b="1" dirty="0"/>
            <a:t>Content Extraction</a:t>
          </a:r>
          <a:r>
            <a:rPr lang="en-IN" sz="1800" dirty="0"/>
            <a:t>: Extract audio from YouTube videos using </a:t>
          </a:r>
          <a:r>
            <a:rPr lang="en-IN" sz="1800" dirty="0" err="1"/>
            <a:t>pytube</a:t>
          </a:r>
          <a:endParaRPr lang="en-US" sz="1800" dirty="0"/>
        </a:p>
      </dgm:t>
    </dgm:pt>
    <dgm:pt modelId="{DB656248-1257-4D50-B161-334ED8A2E3CC}" type="parTrans" cxnId="{72B74A10-7B6A-4598-854B-1675EEC582D1}">
      <dgm:prSet/>
      <dgm:spPr/>
      <dgm:t>
        <a:bodyPr/>
        <a:lstStyle/>
        <a:p>
          <a:endParaRPr lang="en-US"/>
        </a:p>
      </dgm:t>
    </dgm:pt>
    <dgm:pt modelId="{A46C6E3A-B4CE-460B-A063-2F8D32B81FE6}" type="sibTrans" cxnId="{72B74A10-7B6A-4598-854B-1675EEC582D1}">
      <dgm:prSet/>
      <dgm:spPr/>
      <dgm:t>
        <a:bodyPr/>
        <a:lstStyle/>
        <a:p>
          <a:endParaRPr lang="en-US"/>
        </a:p>
      </dgm:t>
    </dgm:pt>
    <dgm:pt modelId="{C30ABC06-EEE5-414C-A172-5ACD11D22665}">
      <dgm:prSet custT="1"/>
      <dgm:spPr/>
      <dgm:t>
        <a:bodyPr/>
        <a:lstStyle/>
        <a:p>
          <a:pPr>
            <a:defRPr cap="all"/>
          </a:pPr>
          <a:r>
            <a:rPr lang="en-IN" sz="1800" b="1" dirty="0"/>
            <a:t>Transcription</a:t>
          </a:r>
          <a:r>
            <a:rPr lang="en-IN" sz="1800" dirty="0"/>
            <a:t>: Convert audio to text using Whisper</a:t>
          </a:r>
          <a:endParaRPr lang="en-US" sz="1800" dirty="0"/>
        </a:p>
      </dgm:t>
    </dgm:pt>
    <dgm:pt modelId="{D706E33B-F14B-45D9-B458-2DE4101ED875}" type="parTrans" cxnId="{BACE9633-8C2D-478C-938C-92501C88903C}">
      <dgm:prSet/>
      <dgm:spPr/>
      <dgm:t>
        <a:bodyPr/>
        <a:lstStyle/>
        <a:p>
          <a:endParaRPr lang="en-US"/>
        </a:p>
      </dgm:t>
    </dgm:pt>
    <dgm:pt modelId="{A0D728E1-32FF-4DBC-937D-590EE36DF089}" type="sibTrans" cxnId="{BACE9633-8C2D-478C-938C-92501C88903C}">
      <dgm:prSet/>
      <dgm:spPr/>
      <dgm:t>
        <a:bodyPr/>
        <a:lstStyle/>
        <a:p>
          <a:endParaRPr lang="en-US"/>
        </a:p>
      </dgm:t>
    </dgm:pt>
    <dgm:pt modelId="{442C6E12-B024-493A-AA5F-70F1E81F4890}">
      <dgm:prSet/>
      <dgm:spPr/>
      <dgm:t>
        <a:bodyPr/>
        <a:lstStyle/>
        <a:p>
          <a:pPr>
            <a:defRPr cap="all"/>
          </a:pPr>
          <a:r>
            <a:rPr lang="en-IN" b="1" dirty="0"/>
            <a:t>Chunking</a:t>
          </a:r>
          <a:r>
            <a:rPr lang="en-IN" dirty="0"/>
            <a:t>: Split long transcriptions into manageable chunks</a:t>
          </a:r>
          <a:endParaRPr lang="en-US" dirty="0"/>
        </a:p>
      </dgm:t>
    </dgm:pt>
    <dgm:pt modelId="{387E0530-41D4-4AF3-82DB-91C3B9E05BF1}" type="parTrans" cxnId="{293BFA36-4BFD-4A50-970C-3533435CD594}">
      <dgm:prSet/>
      <dgm:spPr/>
      <dgm:t>
        <a:bodyPr/>
        <a:lstStyle/>
        <a:p>
          <a:endParaRPr lang="en-US"/>
        </a:p>
      </dgm:t>
    </dgm:pt>
    <dgm:pt modelId="{B0DAF443-A1EF-495A-8DF3-243D2600B1CC}" type="sibTrans" cxnId="{293BFA36-4BFD-4A50-970C-3533435CD594}">
      <dgm:prSet/>
      <dgm:spPr/>
      <dgm:t>
        <a:bodyPr/>
        <a:lstStyle/>
        <a:p>
          <a:endParaRPr lang="en-US"/>
        </a:p>
      </dgm:t>
    </dgm:pt>
    <dgm:pt modelId="{CA30CB1E-7013-4226-8268-DB82C73E2359}">
      <dgm:prSet/>
      <dgm:spPr/>
      <dgm:t>
        <a:bodyPr/>
        <a:lstStyle/>
        <a:p>
          <a:pPr>
            <a:defRPr cap="all"/>
          </a:pPr>
          <a:r>
            <a:rPr lang="en-IN" b="1" dirty="0"/>
            <a:t>Embedding</a:t>
          </a:r>
          <a:r>
            <a:rPr lang="en-IN" dirty="0"/>
            <a:t>: Convert text chunks to vector embeddings</a:t>
          </a:r>
          <a:endParaRPr lang="en-US" dirty="0"/>
        </a:p>
      </dgm:t>
    </dgm:pt>
    <dgm:pt modelId="{A9BFF4F1-71D5-4F95-8E67-253ECC071AB9}" type="parTrans" cxnId="{057FFB89-58C4-44BE-9635-A75690D4F39C}">
      <dgm:prSet/>
      <dgm:spPr/>
      <dgm:t>
        <a:bodyPr/>
        <a:lstStyle/>
        <a:p>
          <a:endParaRPr lang="en-US"/>
        </a:p>
      </dgm:t>
    </dgm:pt>
    <dgm:pt modelId="{751D32ED-FD4E-4BAD-A119-354FD6CBBBE6}" type="sibTrans" cxnId="{057FFB89-58C4-44BE-9635-A75690D4F39C}">
      <dgm:prSet/>
      <dgm:spPr/>
      <dgm:t>
        <a:bodyPr/>
        <a:lstStyle/>
        <a:p>
          <a:endParaRPr lang="en-US"/>
        </a:p>
      </dgm:t>
    </dgm:pt>
    <dgm:pt modelId="{3F014EC8-3FAF-43AD-B76B-1631FB585D27}">
      <dgm:prSet/>
      <dgm:spPr/>
      <dgm:t>
        <a:bodyPr/>
        <a:lstStyle/>
        <a:p>
          <a:pPr>
            <a:defRPr cap="all"/>
          </a:pPr>
          <a:r>
            <a:rPr lang="en-IN" b="1" dirty="0"/>
            <a:t>Storage</a:t>
          </a:r>
          <a:r>
            <a:rPr lang="en-IN" dirty="0"/>
            <a:t>: Store in vector database for retrieval</a:t>
          </a:r>
          <a:endParaRPr lang="en-US" dirty="0"/>
        </a:p>
      </dgm:t>
    </dgm:pt>
    <dgm:pt modelId="{18CC3023-2533-4E97-BBF6-BA5D7EDAB41C}" type="parTrans" cxnId="{04BA5CF9-227D-46DF-8A9C-ED47B51B53FC}">
      <dgm:prSet/>
      <dgm:spPr/>
      <dgm:t>
        <a:bodyPr/>
        <a:lstStyle/>
        <a:p>
          <a:endParaRPr lang="en-US"/>
        </a:p>
      </dgm:t>
    </dgm:pt>
    <dgm:pt modelId="{7F094154-5A68-4009-8ADD-9B1C2444C0F6}" type="sibTrans" cxnId="{04BA5CF9-227D-46DF-8A9C-ED47B51B53FC}">
      <dgm:prSet/>
      <dgm:spPr/>
      <dgm:t>
        <a:bodyPr/>
        <a:lstStyle/>
        <a:p>
          <a:endParaRPr lang="en-US"/>
        </a:p>
      </dgm:t>
    </dgm:pt>
    <dgm:pt modelId="{8CA945D1-8F91-47B3-830A-B39082437638}" type="pres">
      <dgm:prSet presAssocID="{980A0E15-6630-493E-B8B6-0FAC4E47D5D5}" presName="root" presStyleCnt="0">
        <dgm:presLayoutVars>
          <dgm:dir/>
          <dgm:resizeHandles val="exact"/>
        </dgm:presLayoutVars>
      </dgm:prSet>
      <dgm:spPr/>
    </dgm:pt>
    <dgm:pt modelId="{338C515C-5B5D-4427-9E81-8D931AC233B9}" type="pres">
      <dgm:prSet presAssocID="{B27F224E-B7C1-4E9A-A302-A6C558BD94FE}" presName="compNode" presStyleCnt="0"/>
      <dgm:spPr/>
    </dgm:pt>
    <dgm:pt modelId="{A580EB26-2622-4203-A86A-891547696E84}" type="pres">
      <dgm:prSet presAssocID="{B27F224E-B7C1-4E9A-A302-A6C558BD94FE}" presName="iconBgRect" presStyleLbl="bgShp" presStyleIdx="0" presStyleCnt="5" custLinFactNeighborX="5678" custLinFactNeighborY="-4080"/>
      <dgm:spPr/>
    </dgm:pt>
    <dgm:pt modelId="{99192437-7A93-4FD1-985F-F42A19351441}" type="pres">
      <dgm:prSet presAssocID="{B27F224E-B7C1-4E9A-A302-A6C558BD94F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dcast"/>
        </a:ext>
      </dgm:extLst>
    </dgm:pt>
    <dgm:pt modelId="{C127E37D-5366-4016-887A-FBF517B552B4}" type="pres">
      <dgm:prSet presAssocID="{B27F224E-B7C1-4E9A-A302-A6C558BD94FE}" presName="spaceRect" presStyleCnt="0"/>
      <dgm:spPr/>
    </dgm:pt>
    <dgm:pt modelId="{9C1F8421-6549-4653-8867-0F7A2232E901}" type="pres">
      <dgm:prSet presAssocID="{B27F224E-B7C1-4E9A-A302-A6C558BD94FE}" presName="textRect" presStyleLbl="revTx" presStyleIdx="0" presStyleCnt="5">
        <dgm:presLayoutVars>
          <dgm:chMax val="1"/>
          <dgm:chPref val="1"/>
        </dgm:presLayoutVars>
      </dgm:prSet>
      <dgm:spPr/>
    </dgm:pt>
    <dgm:pt modelId="{FC531056-B21D-4CAB-ACD1-55A763EDB1CD}" type="pres">
      <dgm:prSet presAssocID="{A46C6E3A-B4CE-460B-A063-2F8D32B81FE6}" presName="sibTrans" presStyleCnt="0"/>
      <dgm:spPr/>
    </dgm:pt>
    <dgm:pt modelId="{869C8536-6E60-46D7-AB30-EDAC938DFD89}" type="pres">
      <dgm:prSet presAssocID="{C30ABC06-EEE5-414C-A172-5ACD11D22665}" presName="compNode" presStyleCnt="0"/>
      <dgm:spPr/>
    </dgm:pt>
    <dgm:pt modelId="{BF75A213-B5A9-4CD1-85EA-1E275388E7C9}" type="pres">
      <dgm:prSet presAssocID="{C30ABC06-EEE5-414C-A172-5ACD11D22665}" presName="iconBgRect" presStyleLbl="bgShp" presStyleIdx="1" presStyleCnt="5" custLinFactNeighborX="946" custLinFactNeighborY="-4080"/>
      <dgm:spPr/>
    </dgm:pt>
    <dgm:pt modelId="{AEE22C55-2EF6-419E-B9FB-5D9C49631CC1}" type="pres">
      <dgm:prSet presAssocID="{C30ABC06-EEE5-414C-A172-5ACD11D22665}" presName="iconRect" presStyleLbl="node1" presStyleIdx="1" presStyleCnt="5" custLinFactNeighborX="-1650" custLinFactNeighborY="494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
        </a:ext>
      </dgm:extLst>
    </dgm:pt>
    <dgm:pt modelId="{0F3ACB1C-038B-4489-B546-E22B2F235428}" type="pres">
      <dgm:prSet presAssocID="{C30ABC06-EEE5-414C-A172-5ACD11D22665}" presName="spaceRect" presStyleCnt="0"/>
      <dgm:spPr/>
    </dgm:pt>
    <dgm:pt modelId="{7E73F771-3E04-49EE-BE15-23A4BFBA8BDD}" type="pres">
      <dgm:prSet presAssocID="{C30ABC06-EEE5-414C-A172-5ACD11D22665}" presName="textRect" presStyleLbl="revTx" presStyleIdx="1" presStyleCnt="5">
        <dgm:presLayoutVars>
          <dgm:chMax val="1"/>
          <dgm:chPref val="1"/>
        </dgm:presLayoutVars>
      </dgm:prSet>
      <dgm:spPr/>
    </dgm:pt>
    <dgm:pt modelId="{C455D1C9-AD26-41BF-A4FD-4D8648A9D24C}" type="pres">
      <dgm:prSet presAssocID="{A0D728E1-32FF-4DBC-937D-590EE36DF089}" presName="sibTrans" presStyleCnt="0"/>
      <dgm:spPr/>
    </dgm:pt>
    <dgm:pt modelId="{C91DB282-5A23-4D9F-908E-97F3BF93BFBE}" type="pres">
      <dgm:prSet presAssocID="{442C6E12-B024-493A-AA5F-70F1E81F4890}" presName="compNode" presStyleCnt="0"/>
      <dgm:spPr/>
    </dgm:pt>
    <dgm:pt modelId="{C9946791-6C7C-42DF-9BFD-0CC30AC0480C}" type="pres">
      <dgm:prSet presAssocID="{442C6E12-B024-493A-AA5F-70F1E81F4890}" presName="iconBgRect" presStyleLbl="bgShp" presStyleIdx="2" presStyleCnt="5" custLinFactNeighborX="0" custLinFactNeighborY="-4080"/>
      <dgm:spPr/>
    </dgm:pt>
    <dgm:pt modelId="{30B08606-8D78-4C60-AEC0-3EFE3BCA32FB}" type="pres">
      <dgm:prSet presAssocID="{442C6E12-B024-493A-AA5F-70F1E81F489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D0A363E3-95E3-4C66-BF6A-128175DF9B5E}" type="pres">
      <dgm:prSet presAssocID="{442C6E12-B024-493A-AA5F-70F1E81F4890}" presName="spaceRect" presStyleCnt="0"/>
      <dgm:spPr/>
    </dgm:pt>
    <dgm:pt modelId="{BA85731C-1762-49ED-B6DE-1D4452724E09}" type="pres">
      <dgm:prSet presAssocID="{442C6E12-B024-493A-AA5F-70F1E81F4890}" presName="textRect" presStyleLbl="revTx" presStyleIdx="2" presStyleCnt="5">
        <dgm:presLayoutVars>
          <dgm:chMax val="1"/>
          <dgm:chPref val="1"/>
        </dgm:presLayoutVars>
      </dgm:prSet>
      <dgm:spPr/>
    </dgm:pt>
    <dgm:pt modelId="{F4B8A33F-87F9-4329-A219-54134C95B756}" type="pres">
      <dgm:prSet presAssocID="{B0DAF443-A1EF-495A-8DF3-243D2600B1CC}" presName="sibTrans" presStyleCnt="0"/>
      <dgm:spPr/>
    </dgm:pt>
    <dgm:pt modelId="{FD218080-D7A3-4BF2-B9CC-21A1C569DA50}" type="pres">
      <dgm:prSet presAssocID="{CA30CB1E-7013-4226-8268-DB82C73E2359}" presName="compNode" presStyleCnt="0"/>
      <dgm:spPr/>
    </dgm:pt>
    <dgm:pt modelId="{C0A99E3D-AC40-456F-B819-8C970FAC99E5}" type="pres">
      <dgm:prSet presAssocID="{CA30CB1E-7013-4226-8268-DB82C73E2359}" presName="iconBgRect" presStyleLbl="bgShp" presStyleIdx="3" presStyleCnt="5" custLinFactNeighborY="-4080"/>
      <dgm:spPr/>
    </dgm:pt>
    <dgm:pt modelId="{7232A67A-4ED7-4613-8A68-699720DE15E6}" type="pres">
      <dgm:prSet presAssocID="{CA30CB1E-7013-4226-8268-DB82C73E235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D76C5B2A-B364-49D1-8160-CA2F4CB8D906}" type="pres">
      <dgm:prSet presAssocID="{CA30CB1E-7013-4226-8268-DB82C73E2359}" presName="spaceRect" presStyleCnt="0"/>
      <dgm:spPr/>
    </dgm:pt>
    <dgm:pt modelId="{17646735-A27D-4345-9095-A72167382AD1}" type="pres">
      <dgm:prSet presAssocID="{CA30CB1E-7013-4226-8268-DB82C73E2359}" presName="textRect" presStyleLbl="revTx" presStyleIdx="3" presStyleCnt="5">
        <dgm:presLayoutVars>
          <dgm:chMax val="1"/>
          <dgm:chPref val="1"/>
        </dgm:presLayoutVars>
      </dgm:prSet>
      <dgm:spPr/>
    </dgm:pt>
    <dgm:pt modelId="{37429DAB-6C5F-4E0E-8440-192210292AED}" type="pres">
      <dgm:prSet presAssocID="{751D32ED-FD4E-4BAD-A119-354FD6CBBBE6}" presName="sibTrans" presStyleCnt="0"/>
      <dgm:spPr/>
    </dgm:pt>
    <dgm:pt modelId="{9C75C772-EFBE-48F8-A016-E76C4EB31EFF}" type="pres">
      <dgm:prSet presAssocID="{3F014EC8-3FAF-43AD-B76B-1631FB585D27}" presName="compNode" presStyleCnt="0"/>
      <dgm:spPr/>
    </dgm:pt>
    <dgm:pt modelId="{0B8B909E-959B-4506-A27E-DFC86266D7EF}" type="pres">
      <dgm:prSet presAssocID="{3F014EC8-3FAF-43AD-B76B-1631FB585D27}" presName="iconBgRect" presStyleLbl="bgShp" presStyleIdx="4" presStyleCnt="5" custLinFactNeighborX="-946" custLinFactNeighborY="-4080"/>
      <dgm:spPr/>
    </dgm:pt>
    <dgm:pt modelId="{E8CECD18-FC9A-4073-9773-0F6B39104B81}" type="pres">
      <dgm:prSet presAssocID="{3F014EC8-3FAF-43AD-B76B-1631FB585D2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2915BE03-D7CA-41EE-8E41-7440B7241500}" type="pres">
      <dgm:prSet presAssocID="{3F014EC8-3FAF-43AD-B76B-1631FB585D27}" presName="spaceRect" presStyleCnt="0"/>
      <dgm:spPr/>
    </dgm:pt>
    <dgm:pt modelId="{19D61447-DECE-4259-BD74-1A6C944A57B1}" type="pres">
      <dgm:prSet presAssocID="{3F014EC8-3FAF-43AD-B76B-1631FB585D27}" presName="textRect" presStyleLbl="revTx" presStyleIdx="4" presStyleCnt="5">
        <dgm:presLayoutVars>
          <dgm:chMax val="1"/>
          <dgm:chPref val="1"/>
        </dgm:presLayoutVars>
      </dgm:prSet>
      <dgm:spPr/>
    </dgm:pt>
  </dgm:ptLst>
  <dgm:cxnLst>
    <dgm:cxn modelId="{72B74A10-7B6A-4598-854B-1675EEC582D1}" srcId="{980A0E15-6630-493E-B8B6-0FAC4E47D5D5}" destId="{B27F224E-B7C1-4E9A-A302-A6C558BD94FE}" srcOrd="0" destOrd="0" parTransId="{DB656248-1257-4D50-B161-334ED8A2E3CC}" sibTransId="{A46C6E3A-B4CE-460B-A063-2F8D32B81FE6}"/>
    <dgm:cxn modelId="{BACE9633-8C2D-478C-938C-92501C88903C}" srcId="{980A0E15-6630-493E-B8B6-0FAC4E47D5D5}" destId="{C30ABC06-EEE5-414C-A172-5ACD11D22665}" srcOrd="1" destOrd="0" parTransId="{D706E33B-F14B-45D9-B458-2DE4101ED875}" sibTransId="{A0D728E1-32FF-4DBC-937D-590EE36DF089}"/>
    <dgm:cxn modelId="{293BFA36-4BFD-4A50-970C-3533435CD594}" srcId="{980A0E15-6630-493E-B8B6-0FAC4E47D5D5}" destId="{442C6E12-B024-493A-AA5F-70F1E81F4890}" srcOrd="2" destOrd="0" parTransId="{387E0530-41D4-4AF3-82DB-91C3B9E05BF1}" sibTransId="{B0DAF443-A1EF-495A-8DF3-243D2600B1CC}"/>
    <dgm:cxn modelId="{BAB9F14A-1406-4212-B62C-277E960C0AEC}" type="presOf" srcId="{C30ABC06-EEE5-414C-A172-5ACD11D22665}" destId="{7E73F771-3E04-49EE-BE15-23A4BFBA8BDD}" srcOrd="0" destOrd="0" presId="urn:microsoft.com/office/officeart/2018/5/layout/IconCircleLabelList"/>
    <dgm:cxn modelId="{240E677E-06B2-426B-985D-181706FEED25}" type="presOf" srcId="{CA30CB1E-7013-4226-8268-DB82C73E2359}" destId="{17646735-A27D-4345-9095-A72167382AD1}" srcOrd="0" destOrd="0" presId="urn:microsoft.com/office/officeart/2018/5/layout/IconCircleLabelList"/>
    <dgm:cxn modelId="{057FFB89-58C4-44BE-9635-A75690D4F39C}" srcId="{980A0E15-6630-493E-B8B6-0FAC4E47D5D5}" destId="{CA30CB1E-7013-4226-8268-DB82C73E2359}" srcOrd="3" destOrd="0" parTransId="{A9BFF4F1-71D5-4F95-8E67-253ECC071AB9}" sibTransId="{751D32ED-FD4E-4BAD-A119-354FD6CBBBE6}"/>
    <dgm:cxn modelId="{FED88C99-71A0-4B58-ACDF-B5883DB3D6FA}" type="presOf" srcId="{3F014EC8-3FAF-43AD-B76B-1631FB585D27}" destId="{19D61447-DECE-4259-BD74-1A6C944A57B1}" srcOrd="0" destOrd="0" presId="urn:microsoft.com/office/officeart/2018/5/layout/IconCircleLabelList"/>
    <dgm:cxn modelId="{ADD47FAC-F3C8-44CF-BD19-4A0EA444E0F2}" type="presOf" srcId="{442C6E12-B024-493A-AA5F-70F1E81F4890}" destId="{BA85731C-1762-49ED-B6DE-1D4452724E09}" srcOrd="0" destOrd="0" presId="urn:microsoft.com/office/officeart/2018/5/layout/IconCircleLabelList"/>
    <dgm:cxn modelId="{25343BD7-031E-424F-A51A-6F791AF1EDF3}" type="presOf" srcId="{980A0E15-6630-493E-B8B6-0FAC4E47D5D5}" destId="{8CA945D1-8F91-47B3-830A-B39082437638}" srcOrd="0" destOrd="0" presId="urn:microsoft.com/office/officeart/2018/5/layout/IconCircleLabelList"/>
    <dgm:cxn modelId="{6A9434E1-1AD8-41C7-8AD0-C531396F53C8}" type="presOf" srcId="{B27F224E-B7C1-4E9A-A302-A6C558BD94FE}" destId="{9C1F8421-6549-4653-8867-0F7A2232E901}" srcOrd="0" destOrd="0" presId="urn:microsoft.com/office/officeart/2018/5/layout/IconCircleLabelList"/>
    <dgm:cxn modelId="{04BA5CF9-227D-46DF-8A9C-ED47B51B53FC}" srcId="{980A0E15-6630-493E-B8B6-0FAC4E47D5D5}" destId="{3F014EC8-3FAF-43AD-B76B-1631FB585D27}" srcOrd="4" destOrd="0" parTransId="{18CC3023-2533-4E97-BBF6-BA5D7EDAB41C}" sibTransId="{7F094154-5A68-4009-8ADD-9B1C2444C0F6}"/>
    <dgm:cxn modelId="{4F1D2262-3D50-4F34-B6A4-D70D74076420}" type="presParOf" srcId="{8CA945D1-8F91-47B3-830A-B39082437638}" destId="{338C515C-5B5D-4427-9E81-8D931AC233B9}" srcOrd="0" destOrd="0" presId="urn:microsoft.com/office/officeart/2018/5/layout/IconCircleLabelList"/>
    <dgm:cxn modelId="{35CBF381-FB50-4A5A-A7DF-24C6E2ECCA87}" type="presParOf" srcId="{338C515C-5B5D-4427-9E81-8D931AC233B9}" destId="{A580EB26-2622-4203-A86A-891547696E84}" srcOrd="0" destOrd="0" presId="urn:microsoft.com/office/officeart/2018/5/layout/IconCircleLabelList"/>
    <dgm:cxn modelId="{23831C9C-A374-4233-AFE8-759ECD884485}" type="presParOf" srcId="{338C515C-5B5D-4427-9E81-8D931AC233B9}" destId="{99192437-7A93-4FD1-985F-F42A19351441}" srcOrd="1" destOrd="0" presId="urn:microsoft.com/office/officeart/2018/5/layout/IconCircleLabelList"/>
    <dgm:cxn modelId="{1EA4AF9F-FE81-40D0-829C-2C3638489FB9}" type="presParOf" srcId="{338C515C-5B5D-4427-9E81-8D931AC233B9}" destId="{C127E37D-5366-4016-887A-FBF517B552B4}" srcOrd="2" destOrd="0" presId="urn:microsoft.com/office/officeart/2018/5/layout/IconCircleLabelList"/>
    <dgm:cxn modelId="{6566FA8B-0379-4096-8A85-195311422ACE}" type="presParOf" srcId="{338C515C-5B5D-4427-9E81-8D931AC233B9}" destId="{9C1F8421-6549-4653-8867-0F7A2232E901}" srcOrd="3" destOrd="0" presId="urn:microsoft.com/office/officeart/2018/5/layout/IconCircleLabelList"/>
    <dgm:cxn modelId="{856C8EA9-BCFE-4E1D-9C34-033EDF569ACC}" type="presParOf" srcId="{8CA945D1-8F91-47B3-830A-B39082437638}" destId="{FC531056-B21D-4CAB-ACD1-55A763EDB1CD}" srcOrd="1" destOrd="0" presId="urn:microsoft.com/office/officeart/2018/5/layout/IconCircleLabelList"/>
    <dgm:cxn modelId="{B6EE7AA6-18DB-4C2E-8A17-2D9E4D56B79F}" type="presParOf" srcId="{8CA945D1-8F91-47B3-830A-B39082437638}" destId="{869C8536-6E60-46D7-AB30-EDAC938DFD89}" srcOrd="2" destOrd="0" presId="urn:microsoft.com/office/officeart/2018/5/layout/IconCircleLabelList"/>
    <dgm:cxn modelId="{CF1719DE-F59E-42D3-A68F-65A42EFC3198}" type="presParOf" srcId="{869C8536-6E60-46D7-AB30-EDAC938DFD89}" destId="{BF75A213-B5A9-4CD1-85EA-1E275388E7C9}" srcOrd="0" destOrd="0" presId="urn:microsoft.com/office/officeart/2018/5/layout/IconCircleLabelList"/>
    <dgm:cxn modelId="{69577821-A4E2-486E-ADA2-6A78A7769354}" type="presParOf" srcId="{869C8536-6E60-46D7-AB30-EDAC938DFD89}" destId="{AEE22C55-2EF6-419E-B9FB-5D9C49631CC1}" srcOrd="1" destOrd="0" presId="urn:microsoft.com/office/officeart/2018/5/layout/IconCircleLabelList"/>
    <dgm:cxn modelId="{2FA32346-7BF8-4AB0-9417-155AE03ADBB2}" type="presParOf" srcId="{869C8536-6E60-46D7-AB30-EDAC938DFD89}" destId="{0F3ACB1C-038B-4489-B546-E22B2F235428}" srcOrd="2" destOrd="0" presId="urn:microsoft.com/office/officeart/2018/5/layout/IconCircleLabelList"/>
    <dgm:cxn modelId="{B5699015-9630-4586-A633-5F6071E36667}" type="presParOf" srcId="{869C8536-6E60-46D7-AB30-EDAC938DFD89}" destId="{7E73F771-3E04-49EE-BE15-23A4BFBA8BDD}" srcOrd="3" destOrd="0" presId="urn:microsoft.com/office/officeart/2018/5/layout/IconCircleLabelList"/>
    <dgm:cxn modelId="{A8160895-9A9A-4029-B1E7-F61C4D8A6E88}" type="presParOf" srcId="{8CA945D1-8F91-47B3-830A-B39082437638}" destId="{C455D1C9-AD26-41BF-A4FD-4D8648A9D24C}" srcOrd="3" destOrd="0" presId="urn:microsoft.com/office/officeart/2018/5/layout/IconCircleLabelList"/>
    <dgm:cxn modelId="{5919F5CD-833E-4BBF-8148-70205EC113F5}" type="presParOf" srcId="{8CA945D1-8F91-47B3-830A-B39082437638}" destId="{C91DB282-5A23-4D9F-908E-97F3BF93BFBE}" srcOrd="4" destOrd="0" presId="urn:microsoft.com/office/officeart/2018/5/layout/IconCircleLabelList"/>
    <dgm:cxn modelId="{3634E7D3-E8D4-4E46-9FEF-2420ADD20ADA}" type="presParOf" srcId="{C91DB282-5A23-4D9F-908E-97F3BF93BFBE}" destId="{C9946791-6C7C-42DF-9BFD-0CC30AC0480C}" srcOrd="0" destOrd="0" presId="urn:microsoft.com/office/officeart/2018/5/layout/IconCircleLabelList"/>
    <dgm:cxn modelId="{0422368E-C22E-4FFB-AED7-462F38C1020A}" type="presParOf" srcId="{C91DB282-5A23-4D9F-908E-97F3BF93BFBE}" destId="{30B08606-8D78-4C60-AEC0-3EFE3BCA32FB}" srcOrd="1" destOrd="0" presId="urn:microsoft.com/office/officeart/2018/5/layout/IconCircleLabelList"/>
    <dgm:cxn modelId="{6BDCC91C-B3F0-4BFC-A658-1968215D1B3E}" type="presParOf" srcId="{C91DB282-5A23-4D9F-908E-97F3BF93BFBE}" destId="{D0A363E3-95E3-4C66-BF6A-128175DF9B5E}" srcOrd="2" destOrd="0" presId="urn:microsoft.com/office/officeart/2018/5/layout/IconCircleLabelList"/>
    <dgm:cxn modelId="{78DE34D6-42B6-411C-A724-1AAE9E3FDD27}" type="presParOf" srcId="{C91DB282-5A23-4D9F-908E-97F3BF93BFBE}" destId="{BA85731C-1762-49ED-B6DE-1D4452724E09}" srcOrd="3" destOrd="0" presId="urn:microsoft.com/office/officeart/2018/5/layout/IconCircleLabelList"/>
    <dgm:cxn modelId="{092141E0-1023-4A24-9291-5C67D25E9397}" type="presParOf" srcId="{8CA945D1-8F91-47B3-830A-B39082437638}" destId="{F4B8A33F-87F9-4329-A219-54134C95B756}" srcOrd="5" destOrd="0" presId="urn:microsoft.com/office/officeart/2018/5/layout/IconCircleLabelList"/>
    <dgm:cxn modelId="{ECAD1F93-5B0B-4493-96AE-AE8A026EE5CA}" type="presParOf" srcId="{8CA945D1-8F91-47B3-830A-B39082437638}" destId="{FD218080-D7A3-4BF2-B9CC-21A1C569DA50}" srcOrd="6" destOrd="0" presId="urn:microsoft.com/office/officeart/2018/5/layout/IconCircleLabelList"/>
    <dgm:cxn modelId="{1BC562EB-3F34-4F37-9141-DD8197D8BB06}" type="presParOf" srcId="{FD218080-D7A3-4BF2-B9CC-21A1C569DA50}" destId="{C0A99E3D-AC40-456F-B819-8C970FAC99E5}" srcOrd="0" destOrd="0" presId="urn:microsoft.com/office/officeart/2018/5/layout/IconCircleLabelList"/>
    <dgm:cxn modelId="{0A2E5429-6AD7-4CB9-97A3-AAB92F6AA2C3}" type="presParOf" srcId="{FD218080-D7A3-4BF2-B9CC-21A1C569DA50}" destId="{7232A67A-4ED7-4613-8A68-699720DE15E6}" srcOrd="1" destOrd="0" presId="urn:microsoft.com/office/officeart/2018/5/layout/IconCircleLabelList"/>
    <dgm:cxn modelId="{A922ABB1-AF8F-4C91-B5EA-8958AEE384F7}" type="presParOf" srcId="{FD218080-D7A3-4BF2-B9CC-21A1C569DA50}" destId="{D76C5B2A-B364-49D1-8160-CA2F4CB8D906}" srcOrd="2" destOrd="0" presId="urn:microsoft.com/office/officeart/2018/5/layout/IconCircleLabelList"/>
    <dgm:cxn modelId="{F40438B2-4566-4364-8B49-E97A5BF8124C}" type="presParOf" srcId="{FD218080-D7A3-4BF2-B9CC-21A1C569DA50}" destId="{17646735-A27D-4345-9095-A72167382AD1}" srcOrd="3" destOrd="0" presId="urn:microsoft.com/office/officeart/2018/5/layout/IconCircleLabelList"/>
    <dgm:cxn modelId="{F7339032-D02B-4B9A-84EE-9B545D657654}" type="presParOf" srcId="{8CA945D1-8F91-47B3-830A-B39082437638}" destId="{37429DAB-6C5F-4E0E-8440-192210292AED}" srcOrd="7" destOrd="0" presId="urn:microsoft.com/office/officeart/2018/5/layout/IconCircleLabelList"/>
    <dgm:cxn modelId="{54A4BC90-64AF-4158-BE64-4FBF71C39679}" type="presParOf" srcId="{8CA945D1-8F91-47B3-830A-B39082437638}" destId="{9C75C772-EFBE-48F8-A016-E76C4EB31EFF}" srcOrd="8" destOrd="0" presId="urn:microsoft.com/office/officeart/2018/5/layout/IconCircleLabelList"/>
    <dgm:cxn modelId="{D4DB4129-A21C-4944-820D-22BB32AF41D8}" type="presParOf" srcId="{9C75C772-EFBE-48F8-A016-E76C4EB31EFF}" destId="{0B8B909E-959B-4506-A27E-DFC86266D7EF}" srcOrd="0" destOrd="0" presId="urn:microsoft.com/office/officeart/2018/5/layout/IconCircleLabelList"/>
    <dgm:cxn modelId="{F6CE9005-8D89-496B-8D1F-D4E6A1EEC2FE}" type="presParOf" srcId="{9C75C772-EFBE-48F8-A016-E76C4EB31EFF}" destId="{E8CECD18-FC9A-4073-9773-0F6B39104B81}" srcOrd="1" destOrd="0" presId="urn:microsoft.com/office/officeart/2018/5/layout/IconCircleLabelList"/>
    <dgm:cxn modelId="{5A015C3E-F16A-4E66-B607-08D2A18866A5}" type="presParOf" srcId="{9C75C772-EFBE-48F8-A016-E76C4EB31EFF}" destId="{2915BE03-D7CA-41EE-8E41-7440B7241500}" srcOrd="2" destOrd="0" presId="urn:microsoft.com/office/officeart/2018/5/layout/IconCircleLabelList"/>
    <dgm:cxn modelId="{60306921-B1DB-4859-B822-B412823F69DE}" type="presParOf" srcId="{9C75C772-EFBE-48F8-A016-E76C4EB31EFF}" destId="{19D61447-DECE-4259-BD74-1A6C944A57B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02F972-273C-4AC7-9F8E-CF9770919182}"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796655B-A133-4D2E-AE12-76052AA14C4D}">
      <dgm:prSet custT="1"/>
      <dgm:spPr/>
      <dgm:t>
        <a:bodyPr/>
        <a:lstStyle/>
        <a:p>
          <a:r>
            <a:rPr lang="en-IN" sz="2400" b="1" dirty="0"/>
            <a:t>Document Processing</a:t>
          </a:r>
          <a:r>
            <a:rPr lang="en-IN" sz="2400" dirty="0"/>
            <a:t>: </a:t>
          </a:r>
          <a:r>
            <a:rPr lang="en-IN" sz="2400" dirty="0" err="1"/>
            <a:t>PyMuPDF</a:t>
          </a:r>
          <a:r>
            <a:rPr lang="en-IN" sz="2400" dirty="0"/>
            <a:t>, Unstructured.io</a:t>
          </a:r>
          <a:endParaRPr lang="en-US" sz="2400" dirty="0"/>
        </a:p>
      </dgm:t>
    </dgm:pt>
    <dgm:pt modelId="{A2A83EA9-F38C-45AA-B113-B0C5BA6D8956}" type="parTrans" cxnId="{AFEBCE65-3FBF-4E83-BF4D-2168C2432E1E}">
      <dgm:prSet/>
      <dgm:spPr/>
      <dgm:t>
        <a:bodyPr/>
        <a:lstStyle/>
        <a:p>
          <a:endParaRPr lang="en-US"/>
        </a:p>
      </dgm:t>
    </dgm:pt>
    <dgm:pt modelId="{69D38E61-938F-42E6-8BB1-585C0F68576B}" type="sibTrans" cxnId="{AFEBCE65-3FBF-4E83-BF4D-2168C2432E1E}">
      <dgm:prSet/>
      <dgm:spPr/>
      <dgm:t>
        <a:bodyPr/>
        <a:lstStyle/>
        <a:p>
          <a:endParaRPr lang="en-US"/>
        </a:p>
      </dgm:t>
    </dgm:pt>
    <dgm:pt modelId="{2A85EBF7-2388-400D-8872-24598C6F6F71}">
      <dgm:prSet custT="1"/>
      <dgm:spPr/>
      <dgm:t>
        <a:bodyPr/>
        <a:lstStyle/>
        <a:p>
          <a:r>
            <a:rPr lang="en-IN" sz="2400" b="1" dirty="0"/>
            <a:t>Image Understanding</a:t>
          </a:r>
          <a:r>
            <a:rPr lang="en-IN" sz="2400" dirty="0"/>
            <a:t>: CLIP, GPT-4V, </a:t>
          </a:r>
          <a:r>
            <a:rPr lang="en-IN" sz="2400" dirty="0" err="1"/>
            <a:t>LLaVA</a:t>
          </a:r>
          <a:r>
            <a:rPr lang="en-IN" sz="2400" dirty="0"/>
            <a:t>, Gemini Vision</a:t>
          </a:r>
          <a:endParaRPr lang="en-US" sz="2400" dirty="0"/>
        </a:p>
      </dgm:t>
    </dgm:pt>
    <dgm:pt modelId="{34C7B3C7-B7E8-43E8-B058-E87367C93908}" type="parTrans" cxnId="{948A8B5E-F148-4EAB-881A-6366F5CF3DEB}">
      <dgm:prSet/>
      <dgm:spPr/>
      <dgm:t>
        <a:bodyPr/>
        <a:lstStyle/>
        <a:p>
          <a:endParaRPr lang="en-US"/>
        </a:p>
      </dgm:t>
    </dgm:pt>
    <dgm:pt modelId="{269C21DE-282B-4FEA-AEC0-CDCE9DCEB09C}" type="sibTrans" cxnId="{948A8B5E-F148-4EAB-881A-6366F5CF3DEB}">
      <dgm:prSet/>
      <dgm:spPr/>
      <dgm:t>
        <a:bodyPr/>
        <a:lstStyle/>
        <a:p>
          <a:endParaRPr lang="en-US"/>
        </a:p>
      </dgm:t>
    </dgm:pt>
    <dgm:pt modelId="{1B21F0A9-0350-4C63-84D3-A5E49EBD7757}">
      <dgm:prSet custT="1"/>
      <dgm:spPr/>
      <dgm:t>
        <a:bodyPr/>
        <a:lstStyle/>
        <a:p>
          <a:r>
            <a:rPr lang="en-IN" sz="2400" b="1" dirty="0"/>
            <a:t>Audio Processing</a:t>
          </a:r>
          <a:r>
            <a:rPr lang="en-IN" sz="2400" dirty="0"/>
            <a:t>: Whisper, </a:t>
          </a:r>
          <a:r>
            <a:rPr lang="en-IN" sz="2400" dirty="0" err="1"/>
            <a:t>pytube</a:t>
          </a:r>
          <a:endParaRPr lang="en-US" sz="2400" dirty="0"/>
        </a:p>
      </dgm:t>
    </dgm:pt>
    <dgm:pt modelId="{1A3A5007-7F55-4905-9E6E-856A63F6E2DA}" type="parTrans" cxnId="{C3A3FE5E-4333-425B-B57D-A1147131BADC}">
      <dgm:prSet/>
      <dgm:spPr/>
      <dgm:t>
        <a:bodyPr/>
        <a:lstStyle/>
        <a:p>
          <a:endParaRPr lang="en-US"/>
        </a:p>
      </dgm:t>
    </dgm:pt>
    <dgm:pt modelId="{4899D12B-0C18-413D-905B-2C3F23BAA73C}" type="sibTrans" cxnId="{C3A3FE5E-4333-425B-B57D-A1147131BADC}">
      <dgm:prSet/>
      <dgm:spPr/>
      <dgm:t>
        <a:bodyPr/>
        <a:lstStyle/>
        <a:p>
          <a:endParaRPr lang="en-US"/>
        </a:p>
      </dgm:t>
    </dgm:pt>
    <dgm:pt modelId="{B551E629-7742-48C7-8657-0A19FE1B19FA}">
      <dgm:prSet custT="1"/>
      <dgm:spPr/>
      <dgm:t>
        <a:bodyPr/>
        <a:lstStyle/>
        <a:p>
          <a:r>
            <a:rPr lang="en-IN" sz="2400" b="1" dirty="0"/>
            <a:t>Vector Storage</a:t>
          </a:r>
          <a:r>
            <a:rPr lang="en-IN" sz="2400" dirty="0"/>
            <a:t>: Chroma, Pinecone, Milvus</a:t>
          </a:r>
          <a:endParaRPr lang="en-US" sz="2400" dirty="0"/>
        </a:p>
      </dgm:t>
    </dgm:pt>
    <dgm:pt modelId="{AD882865-98C0-452C-B48D-5AF954A524F4}" type="parTrans" cxnId="{4CF2D62F-A5FC-4A4D-BF13-3780FF986AE1}">
      <dgm:prSet/>
      <dgm:spPr/>
      <dgm:t>
        <a:bodyPr/>
        <a:lstStyle/>
        <a:p>
          <a:endParaRPr lang="en-US"/>
        </a:p>
      </dgm:t>
    </dgm:pt>
    <dgm:pt modelId="{8FE65E2D-EC60-49E2-8AF3-5A59F71E3E34}" type="sibTrans" cxnId="{4CF2D62F-A5FC-4A4D-BF13-3780FF986AE1}">
      <dgm:prSet/>
      <dgm:spPr/>
      <dgm:t>
        <a:bodyPr/>
        <a:lstStyle/>
        <a:p>
          <a:endParaRPr lang="en-US"/>
        </a:p>
      </dgm:t>
    </dgm:pt>
    <dgm:pt modelId="{AD051170-F80B-4026-9D35-3ECB1D70C0A1}">
      <dgm:prSet custT="1"/>
      <dgm:spPr/>
      <dgm:t>
        <a:bodyPr/>
        <a:lstStyle/>
        <a:p>
          <a:r>
            <a:rPr lang="en-IN" sz="2400" b="1" dirty="0"/>
            <a:t>Orchestration</a:t>
          </a:r>
          <a:r>
            <a:rPr lang="en-IN" sz="2400" dirty="0"/>
            <a:t>: </a:t>
          </a:r>
          <a:r>
            <a:rPr lang="en-IN" sz="2400" dirty="0" err="1"/>
            <a:t>LangChain</a:t>
          </a:r>
          <a:r>
            <a:rPr lang="en-IN" sz="2400" dirty="0"/>
            <a:t>, </a:t>
          </a:r>
          <a:r>
            <a:rPr lang="en-IN" sz="2400" dirty="0" err="1"/>
            <a:t>LlamaIndex</a:t>
          </a:r>
          <a:endParaRPr lang="en-US" sz="2400" dirty="0"/>
        </a:p>
      </dgm:t>
    </dgm:pt>
    <dgm:pt modelId="{79894ACF-2FDA-42C2-9910-BE106934B2CC}" type="parTrans" cxnId="{19F36C90-315B-490A-9F59-33744DC83E31}">
      <dgm:prSet/>
      <dgm:spPr/>
      <dgm:t>
        <a:bodyPr/>
        <a:lstStyle/>
        <a:p>
          <a:endParaRPr lang="en-US"/>
        </a:p>
      </dgm:t>
    </dgm:pt>
    <dgm:pt modelId="{AC321E17-7D1F-459B-9B03-162B467ED7FF}" type="sibTrans" cxnId="{19F36C90-315B-490A-9F59-33744DC83E31}">
      <dgm:prSet/>
      <dgm:spPr/>
      <dgm:t>
        <a:bodyPr/>
        <a:lstStyle/>
        <a:p>
          <a:endParaRPr lang="en-US"/>
        </a:p>
      </dgm:t>
    </dgm:pt>
    <dgm:pt modelId="{E12A8B84-DBA3-414D-AB03-4D649EBBBE52}">
      <dgm:prSet custT="1"/>
      <dgm:spPr/>
      <dgm:t>
        <a:bodyPr/>
        <a:lstStyle/>
        <a:p>
          <a:r>
            <a:rPr lang="en-IN" sz="2400" b="1" dirty="0"/>
            <a:t>LLMs</a:t>
          </a:r>
          <a:r>
            <a:rPr lang="en-IN" sz="2400" dirty="0"/>
            <a:t>: GPT-4o, Gemini 1.5, Claude 3.5 Sonnet</a:t>
          </a:r>
          <a:endParaRPr lang="en-US" sz="2400" dirty="0"/>
        </a:p>
      </dgm:t>
    </dgm:pt>
    <dgm:pt modelId="{625E0CC5-0D2B-4F93-9994-D75D9C70C137}" type="parTrans" cxnId="{F28F8F19-5AC2-4BE3-B1BA-01F12001B2B6}">
      <dgm:prSet/>
      <dgm:spPr/>
      <dgm:t>
        <a:bodyPr/>
        <a:lstStyle/>
        <a:p>
          <a:endParaRPr lang="en-US"/>
        </a:p>
      </dgm:t>
    </dgm:pt>
    <dgm:pt modelId="{9B3A0402-C4A8-42F8-BD12-90FDAB95D9C1}" type="sibTrans" cxnId="{F28F8F19-5AC2-4BE3-B1BA-01F12001B2B6}">
      <dgm:prSet/>
      <dgm:spPr/>
      <dgm:t>
        <a:bodyPr/>
        <a:lstStyle/>
        <a:p>
          <a:endParaRPr lang="en-US"/>
        </a:p>
      </dgm:t>
    </dgm:pt>
    <dgm:pt modelId="{422BEDA3-5378-9544-AE0D-4A936D3F7493}" type="pres">
      <dgm:prSet presAssocID="{A002F972-273C-4AC7-9F8E-CF9770919182}" presName="vert0" presStyleCnt="0">
        <dgm:presLayoutVars>
          <dgm:dir/>
          <dgm:animOne val="branch"/>
          <dgm:animLvl val="lvl"/>
        </dgm:presLayoutVars>
      </dgm:prSet>
      <dgm:spPr/>
    </dgm:pt>
    <dgm:pt modelId="{B24CDD29-ECC6-1C4C-B9EE-F9EB53A962AB}" type="pres">
      <dgm:prSet presAssocID="{9796655B-A133-4D2E-AE12-76052AA14C4D}" presName="thickLine" presStyleLbl="alignNode1" presStyleIdx="0" presStyleCnt="6"/>
      <dgm:spPr/>
    </dgm:pt>
    <dgm:pt modelId="{98952314-7948-3143-B154-F170FF14068C}" type="pres">
      <dgm:prSet presAssocID="{9796655B-A133-4D2E-AE12-76052AA14C4D}" presName="horz1" presStyleCnt="0"/>
      <dgm:spPr/>
    </dgm:pt>
    <dgm:pt modelId="{96B7C03C-37FE-CC4F-BB7B-E798579BAE8A}" type="pres">
      <dgm:prSet presAssocID="{9796655B-A133-4D2E-AE12-76052AA14C4D}" presName="tx1" presStyleLbl="revTx" presStyleIdx="0" presStyleCnt="6"/>
      <dgm:spPr/>
    </dgm:pt>
    <dgm:pt modelId="{0EA92FFF-E5F8-2E46-A885-843F1BA805DF}" type="pres">
      <dgm:prSet presAssocID="{9796655B-A133-4D2E-AE12-76052AA14C4D}" presName="vert1" presStyleCnt="0"/>
      <dgm:spPr/>
    </dgm:pt>
    <dgm:pt modelId="{D14C78E3-1661-F54D-95EA-065832794212}" type="pres">
      <dgm:prSet presAssocID="{2A85EBF7-2388-400D-8872-24598C6F6F71}" presName="thickLine" presStyleLbl="alignNode1" presStyleIdx="1" presStyleCnt="6"/>
      <dgm:spPr/>
    </dgm:pt>
    <dgm:pt modelId="{A36F02B1-183E-2747-B581-68208CC4C6F9}" type="pres">
      <dgm:prSet presAssocID="{2A85EBF7-2388-400D-8872-24598C6F6F71}" presName="horz1" presStyleCnt="0"/>
      <dgm:spPr/>
    </dgm:pt>
    <dgm:pt modelId="{DE3CD155-691E-DD4C-9270-63BFCFED4921}" type="pres">
      <dgm:prSet presAssocID="{2A85EBF7-2388-400D-8872-24598C6F6F71}" presName="tx1" presStyleLbl="revTx" presStyleIdx="1" presStyleCnt="6"/>
      <dgm:spPr/>
    </dgm:pt>
    <dgm:pt modelId="{5FF98C53-8CC5-5942-8BE7-497E9097C8E0}" type="pres">
      <dgm:prSet presAssocID="{2A85EBF7-2388-400D-8872-24598C6F6F71}" presName="vert1" presStyleCnt="0"/>
      <dgm:spPr/>
    </dgm:pt>
    <dgm:pt modelId="{061435F9-C672-C14E-A5E1-864439EFEC01}" type="pres">
      <dgm:prSet presAssocID="{1B21F0A9-0350-4C63-84D3-A5E49EBD7757}" presName="thickLine" presStyleLbl="alignNode1" presStyleIdx="2" presStyleCnt="6"/>
      <dgm:spPr/>
    </dgm:pt>
    <dgm:pt modelId="{E84C0270-796E-EE42-8ACE-A29C8EDCFA77}" type="pres">
      <dgm:prSet presAssocID="{1B21F0A9-0350-4C63-84D3-A5E49EBD7757}" presName="horz1" presStyleCnt="0"/>
      <dgm:spPr/>
    </dgm:pt>
    <dgm:pt modelId="{A5841CAC-5E3D-644C-81C7-A2965228E2B5}" type="pres">
      <dgm:prSet presAssocID="{1B21F0A9-0350-4C63-84D3-A5E49EBD7757}" presName="tx1" presStyleLbl="revTx" presStyleIdx="2" presStyleCnt="6"/>
      <dgm:spPr/>
    </dgm:pt>
    <dgm:pt modelId="{F4E23CDE-C637-9F46-9472-6C76B2B44EAE}" type="pres">
      <dgm:prSet presAssocID="{1B21F0A9-0350-4C63-84D3-A5E49EBD7757}" presName="vert1" presStyleCnt="0"/>
      <dgm:spPr/>
    </dgm:pt>
    <dgm:pt modelId="{0D9B218C-446C-1240-8274-2971C5036C4D}" type="pres">
      <dgm:prSet presAssocID="{B551E629-7742-48C7-8657-0A19FE1B19FA}" presName="thickLine" presStyleLbl="alignNode1" presStyleIdx="3" presStyleCnt="6"/>
      <dgm:spPr/>
    </dgm:pt>
    <dgm:pt modelId="{52B4D06A-20AF-8042-A835-C746FA2A8280}" type="pres">
      <dgm:prSet presAssocID="{B551E629-7742-48C7-8657-0A19FE1B19FA}" presName="horz1" presStyleCnt="0"/>
      <dgm:spPr/>
    </dgm:pt>
    <dgm:pt modelId="{46C1ED75-CC4B-6647-8F99-05279BC1697F}" type="pres">
      <dgm:prSet presAssocID="{B551E629-7742-48C7-8657-0A19FE1B19FA}" presName="tx1" presStyleLbl="revTx" presStyleIdx="3" presStyleCnt="6"/>
      <dgm:spPr/>
    </dgm:pt>
    <dgm:pt modelId="{5705D975-41BD-234E-862C-842BB7D78779}" type="pres">
      <dgm:prSet presAssocID="{B551E629-7742-48C7-8657-0A19FE1B19FA}" presName="vert1" presStyleCnt="0"/>
      <dgm:spPr/>
    </dgm:pt>
    <dgm:pt modelId="{9B744FF0-FC96-D441-90B8-82B7BB7B41AC}" type="pres">
      <dgm:prSet presAssocID="{AD051170-F80B-4026-9D35-3ECB1D70C0A1}" presName="thickLine" presStyleLbl="alignNode1" presStyleIdx="4" presStyleCnt="6"/>
      <dgm:spPr/>
    </dgm:pt>
    <dgm:pt modelId="{0D460DBB-85A5-854B-AC2D-EBB9B2E940BE}" type="pres">
      <dgm:prSet presAssocID="{AD051170-F80B-4026-9D35-3ECB1D70C0A1}" presName="horz1" presStyleCnt="0"/>
      <dgm:spPr/>
    </dgm:pt>
    <dgm:pt modelId="{5F5F6E0D-8B71-E443-9D1B-EE496E825E89}" type="pres">
      <dgm:prSet presAssocID="{AD051170-F80B-4026-9D35-3ECB1D70C0A1}" presName="tx1" presStyleLbl="revTx" presStyleIdx="4" presStyleCnt="6"/>
      <dgm:spPr/>
    </dgm:pt>
    <dgm:pt modelId="{A870177A-4BFE-3243-9C96-42D51D998CE6}" type="pres">
      <dgm:prSet presAssocID="{AD051170-F80B-4026-9D35-3ECB1D70C0A1}" presName="vert1" presStyleCnt="0"/>
      <dgm:spPr/>
    </dgm:pt>
    <dgm:pt modelId="{4BF7E5F6-5E37-4647-908B-11E4808A59FF}" type="pres">
      <dgm:prSet presAssocID="{E12A8B84-DBA3-414D-AB03-4D649EBBBE52}" presName="thickLine" presStyleLbl="alignNode1" presStyleIdx="5" presStyleCnt="6"/>
      <dgm:spPr/>
    </dgm:pt>
    <dgm:pt modelId="{FCDBCA23-9A30-AF41-81BC-1D21CFB0CB28}" type="pres">
      <dgm:prSet presAssocID="{E12A8B84-DBA3-414D-AB03-4D649EBBBE52}" presName="horz1" presStyleCnt="0"/>
      <dgm:spPr/>
    </dgm:pt>
    <dgm:pt modelId="{5858BDE1-2204-C444-A842-AE980B9A014B}" type="pres">
      <dgm:prSet presAssocID="{E12A8B84-DBA3-414D-AB03-4D649EBBBE52}" presName="tx1" presStyleLbl="revTx" presStyleIdx="5" presStyleCnt="6"/>
      <dgm:spPr/>
    </dgm:pt>
    <dgm:pt modelId="{47A3D93E-DFC8-2040-A233-B38520930AA1}" type="pres">
      <dgm:prSet presAssocID="{E12A8B84-DBA3-414D-AB03-4D649EBBBE52}" presName="vert1" presStyleCnt="0"/>
      <dgm:spPr/>
    </dgm:pt>
  </dgm:ptLst>
  <dgm:cxnLst>
    <dgm:cxn modelId="{A9F8B017-A1E2-744F-8897-41A5C98D5264}" type="presOf" srcId="{AD051170-F80B-4026-9D35-3ECB1D70C0A1}" destId="{5F5F6E0D-8B71-E443-9D1B-EE496E825E89}" srcOrd="0" destOrd="0" presId="urn:microsoft.com/office/officeart/2008/layout/LinedList"/>
    <dgm:cxn modelId="{F28F8F19-5AC2-4BE3-B1BA-01F12001B2B6}" srcId="{A002F972-273C-4AC7-9F8E-CF9770919182}" destId="{E12A8B84-DBA3-414D-AB03-4D649EBBBE52}" srcOrd="5" destOrd="0" parTransId="{625E0CC5-0D2B-4F93-9994-D75D9C70C137}" sibTransId="{9B3A0402-C4A8-42F8-BD12-90FDAB95D9C1}"/>
    <dgm:cxn modelId="{FCB28C21-F123-6446-B5B4-CB9A2B0DB9C7}" type="presOf" srcId="{9796655B-A133-4D2E-AE12-76052AA14C4D}" destId="{96B7C03C-37FE-CC4F-BB7B-E798579BAE8A}" srcOrd="0" destOrd="0" presId="urn:microsoft.com/office/officeart/2008/layout/LinedList"/>
    <dgm:cxn modelId="{1EFCEA2D-CA75-F04F-B4D6-081C3BF3510E}" type="presOf" srcId="{1B21F0A9-0350-4C63-84D3-A5E49EBD7757}" destId="{A5841CAC-5E3D-644C-81C7-A2965228E2B5}" srcOrd="0" destOrd="0" presId="urn:microsoft.com/office/officeart/2008/layout/LinedList"/>
    <dgm:cxn modelId="{4CF2D62F-A5FC-4A4D-BF13-3780FF986AE1}" srcId="{A002F972-273C-4AC7-9F8E-CF9770919182}" destId="{B551E629-7742-48C7-8657-0A19FE1B19FA}" srcOrd="3" destOrd="0" parTransId="{AD882865-98C0-452C-B48D-5AF954A524F4}" sibTransId="{8FE65E2D-EC60-49E2-8AF3-5A59F71E3E34}"/>
    <dgm:cxn modelId="{240BCA3B-9906-5A47-9548-78A5D588273C}" type="presOf" srcId="{E12A8B84-DBA3-414D-AB03-4D649EBBBE52}" destId="{5858BDE1-2204-C444-A842-AE980B9A014B}" srcOrd="0" destOrd="0" presId="urn:microsoft.com/office/officeart/2008/layout/LinedList"/>
    <dgm:cxn modelId="{948A8B5E-F148-4EAB-881A-6366F5CF3DEB}" srcId="{A002F972-273C-4AC7-9F8E-CF9770919182}" destId="{2A85EBF7-2388-400D-8872-24598C6F6F71}" srcOrd="1" destOrd="0" parTransId="{34C7B3C7-B7E8-43E8-B058-E87367C93908}" sibTransId="{269C21DE-282B-4FEA-AEC0-CDCE9DCEB09C}"/>
    <dgm:cxn modelId="{C3A3FE5E-4333-425B-B57D-A1147131BADC}" srcId="{A002F972-273C-4AC7-9F8E-CF9770919182}" destId="{1B21F0A9-0350-4C63-84D3-A5E49EBD7757}" srcOrd="2" destOrd="0" parTransId="{1A3A5007-7F55-4905-9E6E-856A63F6E2DA}" sibTransId="{4899D12B-0C18-413D-905B-2C3F23BAA73C}"/>
    <dgm:cxn modelId="{AFEBCE65-3FBF-4E83-BF4D-2168C2432E1E}" srcId="{A002F972-273C-4AC7-9F8E-CF9770919182}" destId="{9796655B-A133-4D2E-AE12-76052AA14C4D}" srcOrd="0" destOrd="0" parTransId="{A2A83EA9-F38C-45AA-B113-B0C5BA6D8956}" sibTransId="{69D38E61-938F-42E6-8BB1-585C0F68576B}"/>
    <dgm:cxn modelId="{19F36C90-315B-490A-9F59-33744DC83E31}" srcId="{A002F972-273C-4AC7-9F8E-CF9770919182}" destId="{AD051170-F80B-4026-9D35-3ECB1D70C0A1}" srcOrd="4" destOrd="0" parTransId="{79894ACF-2FDA-42C2-9910-BE106934B2CC}" sibTransId="{AC321E17-7D1F-459B-9B03-162B467ED7FF}"/>
    <dgm:cxn modelId="{784FDDA5-5660-4A4E-8D6A-C11E73897C16}" type="presOf" srcId="{B551E629-7742-48C7-8657-0A19FE1B19FA}" destId="{46C1ED75-CC4B-6647-8F99-05279BC1697F}" srcOrd="0" destOrd="0" presId="urn:microsoft.com/office/officeart/2008/layout/LinedList"/>
    <dgm:cxn modelId="{01C281E8-D414-3142-B743-E265644332F6}" type="presOf" srcId="{2A85EBF7-2388-400D-8872-24598C6F6F71}" destId="{DE3CD155-691E-DD4C-9270-63BFCFED4921}" srcOrd="0" destOrd="0" presId="urn:microsoft.com/office/officeart/2008/layout/LinedList"/>
    <dgm:cxn modelId="{6CFE26EB-8BF6-0745-8F33-5D675E2637A5}" type="presOf" srcId="{A002F972-273C-4AC7-9F8E-CF9770919182}" destId="{422BEDA3-5378-9544-AE0D-4A936D3F7493}" srcOrd="0" destOrd="0" presId="urn:microsoft.com/office/officeart/2008/layout/LinedList"/>
    <dgm:cxn modelId="{349F6FF8-67CF-9445-A88E-746C54D2C409}" type="presParOf" srcId="{422BEDA3-5378-9544-AE0D-4A936D3F7493}" destId="{B24CDD29-ECC6-1C4C-B9EE-F9EB53A962AB}" srcOrd="0" destOrd="0" presId="urn:microsoft.com/office/officeart/2008/layout/LinedList"/>
    <dgm:cxn modelId="{923D06DF-BF14-CC48-8E42-ABE59ED6AD03}" type="presParOf" srcId="{422BEDA3-5378-9544-AE0D-4A936D3F7493}" destId="{98952314-7948-3143-B154-F170FF14068C}" srcOrd="1" destOrd="0" presId="urn:microsoft.com/office/officeart/2008/layout/LinedList"/>
    <dgm:cxn modelId="{E48E55FE-FFE9-1941-8A9C-16C88E45A9D7}" type="presParOf" srcId="{98952314-7948-3143-B154-F170FF14068C}" destId="{96B7C03C-37FE-CC4F-BB7B-E798579BAE8A}" srcOrd="0" destOrd="0" presId="urn:microsoft.com/office/officeart/2008/layout/LinedList"/>
    <dgm:cxn modelId="{2B681A41-619C-744D-AF21-8A40FA84554C}" type="presParOf" srcId="{98952314-7948-3143-B154-F170FF14068C}" destId="{0EA92FFF-E5F8-2E46-A885-843F1BA805DF}" srcOrd="1" destOrd="0" presId="urn:microsoft.com/office/officeart/2008/layout/LinedList"/>
    <dgm:cxn modelId="{41E2A4E8-8DCF-004D-8A11-C66CEE8A49AB}" type="presParOf" srcId="{422BEDA3-5378-9544-AE0D-4A936D3F7493}" destId="{D14C78E3-1661-F54D-95EA-065832794212}" srcOrd="2" destOrd="0" presId="urn:microsoft.com/office/officeart/2008/layout/LinedList"/>
    <dgm:cxn modelId="{65D3D2B4-EC45-C24F-B732-8130257A37EB}" type="presParOf" srcId="{422BEDA3-5378-9544-AE0D-4A936D3F7493}" destId="{A36F02B1-183E-2747-B581-68208CC4C6F9}" srcOrd="3" destOrd="0" presId="urn:microsoft.com/office/officeart/2008/layout/LinedList"/>
    <dgm:cxn modelId="{8CC9A1BC-B5E7-4745-8FE8-C4994F57EECC}" type="presParOf" srcId="{A36F02B1-183E-2747-B581-68208CC4C6F9}" destId="{DE3CD155-691E-DD4C-9270-63BFCFED4921}" srcOrd="0" destOrd="0" presId="urn:microsoft.com/office/officeart/2008/layout/LinedList"/>
    <dgm:cxn modelId="{19E9A236-414C-2343-8170-4A91C1966369}" type="presParOf" srcId="{A36F02B1-183E-2747-B581-68208CC4C6F9}" destId="{5FF98C53-8CC5-5942-8BE7-497E9097C8E0}" srcOrd="1" destOrd="0" presId="urn:microsoft.com/office/officeart/2008/layout/LinedList"/>
    <dgm:cxn modelId="{5D0F0067-21A0-C54F-BB8D-AD599E4813B9}" type="presParOf" srcId="{422BEDA3-5378-9544-AE0D-4A936D3F7493}" destId="{061435F9-C672-C14E-A5E1-864439EFEC01}" srcOrd="4" destOrd="0" presId="urn:microsoft.com/office/officeart/2008/layout/LinedList"/>
    <dgm:cxn modelId="{65D0F106-DCCC-1E44-8EDA-E674E434E1DB}" type="presParOf" srcId="{422BEDA3-5378-9544-AE0D-4A936D3F7493}" destId="{E84C0270-796E-EE42-8ACE-A29C8EDCFA77}" srcOrd="5" destOrd="0" presId="urn:microsoft.com/office/officeart/2008/layout/LinedList"/>
    <dgm:cxn modelId="{0637F914-F0AF-8E4E-8415-3C190CF3C59C}" type="presParOf" srcId="{E84C0270-796E-EE42-8ACE-A29C8EDCFA77}" destId="{A5841CAC-5E3D-644C-81C7-A2965228E2B5}" srcOrd="0" destOrd="0" presId="urn:microsoft.com/office/officeart/2008/layout/LinedList"/>
    <dgm:cxn modelId="{42FADA94-8623-534D-BDA4-7FB14D625DF2}" type="presParOf" srcId="{E84C0270-796E-EE42-8ACE-A29C8EDCFA77}" destId="{F4E23CDE-C637-9F46-9472-6C76B2B44EAE}" srcOrd="1" destOrd="0" presId="urn:microsoft.com/office/officeart/2008/layout/LinedList"/>
    <dgm:cxn modelId="{DC46B7E7-CADC-3F4E-928B-E98BBE0A6CEC}" type="presParOf" srcId="{422BEDA3-5378-9544-AE0D-4A936D3F7493}" destId="{0D9B218C-446C-1240-8274-2971C5036C4D}" srcOrd="6" destOrd="0" presId="urn:microsoft.com/office/officeart/2008/layout/LinedList"/>
    <dgm:cxn modelId="{07D0BFF8-3508-E347-8DE1-385D6D7E7929}" type="presParOf" srcId="{422BEDA3-5378-9544-AE0D-4A936D3F7493}" destId="{52B4D06A-20AF-8042-A835-C746FA2A8280}" srcOrd="7" destOrd="0" presId="urn:microsoft.com/office/officeart/2008/layout/LinedList"/>
    <dgm:cxn modelId="{B7D64CF6-FC39-5C4F-97F8-386ABE2B7A2A}" type="presParOf" srcId="{52B4D06A-20AF-8042-A835-C746FA2A8280}" destId="{46C1ED75-CC4B-6647-8F99-05279BC1697F}" srcOrd="0" destOrd="0" presId="urn:microsoft.com/office/officeart/2008/layout/LinedList"/>
    <dgm:cxn modelId="{117B04EF-59CE-8E42-9E96-299022FF7746}" type="presParOf" srcId="{52B4D06A-20AF-8042-A835-C746FA2A8280}" destId="{5705D975-41BD-234E-862C-842BB7D78779}" srcOrd="1" destOrd="0" presId="urn:microsoft.com/office/officeart/2008/layout/LinedList"/>
    <dgm:cxn modelId="{C4F1814B-8469-F24C-A3F2-082064E26473}" type="presParOf" srcId="{422BEDA3-5378-9544-AE0D-4A936D3F7493}" destId="{9B744FF0-FC96-D441-90B8-82B7BB7B41AC}" srcOrd="8" destOrd="0" presId="urn:microsoft.com/office/officeart/2008/layout/LinedList"/>
    <dgm:cxn modelId="{B0210A50-E1DD-4741-85ED-DF4F6FF96171}" type="presParOf" srcId="{422BEDA3-5378-9544-AE0D-4A936D3F7493}" destId="{0D460DBB-85A5-854B-AC2D-EBB9B2E940BE}" srcOrd="9" destOrd="0" presId="urn:microsoft.com/office/officeart/2008/layout/LinedList"/>
    <dgm:cxn modelId="{5077D2CA-A2EB-674A-9993-53BB033E1FE3}" type="presParOf" srcId="{0D460DBB-85A5-854B-AC2D-EBB9B2E940BE}" destId="{5F5F6E0D-8B71-E443-9D1B-EE496E825E89}" srcOrd="0" destOrd="0" presId="urn:microsoft.com/office/officeart/2008/layout/LinedList"/>
    <dgm:cxn modelId="{0A28D218-1308-3044-A39E-4667503B04F4}" type="presParOf" srcId="{0D460DBB-85A5-854B-AC2D-EBB9B2E940BE}" destId="{A870177A-4BFE-3243-9C96-42D51D998CE6}" srcOrd="1" destOrd="0" presId="urn:microsoft.com/office/officeart/2008/layout/LinedList"/>
    <dgm:cxn modelId="{CC14D5E3-72DD-A949-81AC-495DF03FB949}" type="presParOf" srcId="{422BEDA3-5378-9544-AE0D-4A936D3F7493}" destId="{4BF7E5F6-5E37-4647-908B-11E4808A59FF}" srcOrd="10" destOrd="0" presId="urn:microsoft.com/office/officeart/2008/layout/LinedList"/>
    <dgm:cxn modelId="{EE77DC24-ACFF-D242-B549-E81C96F26EB2}" type="presParOf" srcId="{422BEDA3-5378-9544-AE0D-4A936D3F7493}" destId="{FCDBCA23-9A30-AF41-81BC-1D21CFB0CB28}" srcOrd="11" destOrd="0" presId="urn:microsoft.com/office/officeart/2008/layout/LinedList"/>
    <dgm:cxn modelId="{23BC7867-FF0D-844B-929B-845A3CF43F5A}" type="presParOf" srcId="{FCDBCA23-9A30-AF41-81BC-1D21CFB0CB28}" destId="{5858BDE1-2204-C444-A842-AE980B9A014B}" srcOrd="0" destOrd="0" presId="urn:microsoft.com/office/officeart/2008/layout/LinedList"/>
    <dgm:cxn modelId="{0EB020C7-1742-6749-8793-257CADA46EA6}" type="presParOf" srcId="{FCDBCA23-9A30-AF41-81BC-1D21CFB0CB28}" destId="{47A3D93E-DFC8-2040-A233-B38520930AA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888349-1C7E-408C-83B2-80B8CB6783B7}"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2AEA5E69-7BBD-4AFB-8B1A-EBFDA4BD6013}">
      <dgm:prSet custT="1"/>
      <dgm:spPr/>
      <dgm:t>
        <a:bodyPr/>
        <a:lstStyle/>
        <a:p>
          <a:r>
            <a:rPr lang="en-IN" sz="1800" b="1" dirty="0"/>
            <a:t>Chunk Optimization</a:t>
          </a:r>
          <a:r>
            <a:rPr lang="en-IN" sz="1800" dirty="0"/>
            <a:t>: Different strategies for text vs. visual content</a:t>
          </a:r>
          <a:endParaRPr lang="en-US" sz="1800" dirty="0"/>
        </a:p>
      </dgm:t>
    </dgm:pt>
    <dgm:pt modelId="{57B59E9C-018E-4FAE-BAD4-096FDC9CC81E}" type="parTrans" cxnId="{5DD240D5-C800-4969-AA7F-763E0CDE4B4C}">
      <dgm:prSet/>
      <dgm:spPr/>
      <dgm:t>
        <a:bodyPr/>
        <a:lstStyle/>
        <a:p>
          <a:endParaRPr lang="en-US"/>
        </a:p>
      </dgm:t>
    </dgm:pt>
    <dgm:pt modelId="{3621F308-A9A5-41C8-B068-AADFCF69DEB9}" type="sibTrans" cxnId="{5DD240D5-C800-4969-AA7F-763E0CDE4B4C}">
      <dgm:prSet phldrT="01" phldr="0"/>
      <dgm:spPr/>
      <dgm:t>
        <a:bodyPr/>
        <a:lstStyle/>
        <a:p>
          <a:r>
            <a:rPr lang="en-US"/>
            <a:t>01</a:t>
          </a:r>
        </a:p>
      </dgm:t>
    </dgm:pt>
    <dgm:pt modelId="{4818ABC4-96C4-4FC5-9F78-525F9E93D780}">
      <dgm:prSet custT="1"/>
      <dgm:spPr/>
      <dgm:t>
        <a:bodyPr/>
        <a:lstStyle/>
        <a:p>
          <a:r>
            <a:rPr lang="en-IN" sz="1800" b="1" dirty="0"/>
            <a:t>Quality Control</a:t>
          </a:r>
          <a:r>
            <a:rPr lang="en-IN" sz="1800" dirty="0"/>
            <a:t>: Validate image descriptions and transcriptions</a:t>
          </a:r>
          <a:endParaRPr lang="en-US" sz="1800" dirty="0"/>
        </a:p>
      </dgm:t>
    </dgm:pt>
    <dgm:pt modelId="{DAD192ED-287B-4783-8BE6-151AE9BC7749}" type="parTrans" cxnId="{04E767EB-17C8-4BD3-AB70-0A3E15615061}">
      <dgm:prSet/>
      <dgm:spPr/>
      <dgm:t>
        <a:bodyPr/>
        <a:lstStyle/>
        <a:p>
          <a:endParaRPr lang="en-US"/>
        </a:p>
      </dgm:t>
    </dgm:pt>
    <dgm:pt modelId="{C3116A16-8FA8-4139-B1C7-08FF5E0FB129}" type="sibTrans" cxnId="{04E767EB-17C8-4BD3-AB70-0A3E15615061}">
      <dgm:prSet phldrT="02" phldr="0"/>
      <dgm:spPr/>
      <dgm:t>
        <a:bodyPr/>
        <a:lstStyle/>
        <a:p>
          <a:r>
            <a:rPr lang="en-US"/>
            <a:t>02</a:t>
          </a:r>
        </a:p>
      </dgm:t>
    </dgm:pt>
    <dgm:pt modelId="{DB75E976-E0C3-48E3-A610-41C1FF0D60C4}">
      <dgm:prSet custT="1"/>
      <dgm:spPr/>
      <dgm:t>
        <a:bodyPr/>
        <a:lstStyle/>
        <a:p>
          <a:r>
            <a:rPr lang="en-IN" sz="1700" b="1" dirty="0"/>
            <a:t>Context Management</a:t>
          </a:r>
          <a:r>
            <a:rPr lang="en-IN" sz="1700" dirty="0"/>
            <a:t>: Balance between comprehensive context and token limits</a:t>
          </a:r>
          <a:endParaRPr lang="en-US" sz="1700" dirty="0"/>
        </a:p>
      </dgm:t>
    </dgm:pt>
    <dgm:pt modelId="{B84D6E78-0F27-4861-80E2-1CF32E1791A5}" type="parTrans" cxnId="{B02F4338-3CBC-4AD5-9644-B1325FF53E46}">
      <dgm:prSet/>
      <dgm:spPr/>
      <dgm:t>
        <a:bodyPr/>
        <a:lstStyle/>
        <a:p>
          <a:endParaRPr lang="en-US"/>
        </a:p>
      </dgm:t>
    </dgm:pt>
    <dgm:pt modelId="{E7EB28C0-FB17-4166-A8F3-1AA276AF2F39}" type="sibTrans" cxnId="{B02F4338-3CBC-4AD5-9644-B1325FF53E46}">
      <dgm:prSet phldrT="03" phldr="0"/>
      <dgm:spPr/>
      <dgm:t>
        <a:bodyPr/>
        <a:lstStyle/>
        <a:p>
          <a:r>
            <a:rPr lang="en-US"/>
            <a:t>03</a:t>
          </a:r>
          <a:endParaRPr lang="en-US" dirty="0"/>
        </a:p>
      </dgm:t>
    </dgm:pt>
    <dgm:pt modelId="{9338286D-C705-4F7F-9282-3B4492CC0C5F}">
      <dgm:prSet custT="1"/>
      <dgm:spPr/>
      <dgm:t>
        <a:bodyPr/>
        <a:lstStyle/>
        <a:p>
          <a:r>
            <a:rPr lang="en-IN" sz="1800" b="1" dirty="0"/>
            <a:t>Performance</a:t>
          </a:r>
          <a:r>
            <a:rPr lang="en-IN" sz="1800" dirty="0"/>
            <a:t>: Optimize embedding and retrieval for large datasets</a:t>
          </a:r>
          <a:endParaRPr lang="en-US" sz="1800" dirty="0"/>
        </a:p>
      </dgm:t>
    </dgm:pt>
    <dgm:pt modelId="{E584FBCC-8F0C-4D92-90C4-F733FE063D1A}" type="parTrans" cxnId="{222BE0A9-F604-429D-A4FF-F55424774884}">
      <dgm:prSet/>
      <dgm:spPr/>
      <dgm:t>
        <a:bodyPr/>
        <a:lstStyle/>
        <a:p>
          <a:endParaRPr lang="en-US"/>
        </a:p>
      </dgm:t>
    </dgm:pt>
    <dgm:pt modelId="{855FF257-6A7C-4DBB-8BDC-8D540E2651BC}" type="sibTrans" cxnId="{222BE0A9-F604-429D-A4FF-F55424774884}">
      <dgm:prSet phldrT="04" phldr="0"/>
      <dgm:spPr/>
      <dgm:t>
        <a:bodyPr/>
        <a:lstStyle/>
        <a:p>
          <a:r>
            <a:rPr lang="en-US" dirty="0"/>
            <a:t>04</a:t>
          </a:r>
        </a:p>
      </dgm:t>
    </dgm:pt>
    <dgm:pt modelId="{3A383DA9-820F-4C86-ADC8-38F725AAFAFD}">
      <dgm:prSet/>
      <dgm:spPr/>
      <dgm:t>
        <a:bodyPr/>
        <a:lstStyle/>
        <a:p>
          <a:r>
            <a:rPr lang="en-IN" b="1" dirty="0"/>
            <a:t>User Experience</a:t>
          </a:r>
          <a:r>
            <a:rPr lang="en-IN" dirty="0"/>
            <a:t>: Clear indication of content source types in responses</a:t>
          </a:r>
          <a:endParaRPr lang="en-US" dirty="0"/>
        </a:p>
      </dgm:t>
    </dgm:pt>
    <dgm:pt modelId="{3C3817F2-1859-4D16-8C00-2D6834AC9B67}" type="parTrans" cxnId="{409089EF-4029-4020-89B2-50A606C162FD}">
      <dgm:prSet/>
      <dgm:spPr/>
      <dgm:t>
        <a:bodyPr/>
        <a:lstStyle/>
        <a:p>
          <a:endParaRPr lang="en-US"/>
        </a:p>
      </dgm:t>
    </dgm:pt>
    <dgm:pt modelId="{68558B4A-EFFC-443C-AA95-D8EEAA08ACA7}" type="sibTrans" cxnId="{409089EF-4029-4020-89B2-50A606C162FD}">
      <dgm:prSet phldrT="05" phldr="0"/>
      <dgm:spPr/>
      <dgm:t>
        <a:bodyPr/>
        <a:lstStyle/>
        <a:p>
          <a:r>
            <a:rPr lang="en-US"/>
            <a:t>05</a:t>
          </a:r>
        </a:p>
      </dgm:t>
    </dgm:pt>
    <dgm:pt modelId="{62C3C4AE-917B-2F41-9784-EBBC34A73E01}" type="pres">
      <dgm:prSet presAssocID="{4B888349-1C7E-408C-83B2-80B8CB6783B7}" presName="Name0" presStyleCnt="0">
        <dgm:presLayoutVars>
          <dgm:animLvl val="lvl"/>
          <dgm:resizeHandles val="exact"/>
        </dgm:presLayoutVars>
      </dgm:prSet>
      <dgm:spPr/>
    </dgm:pt>
    <dgm:pt modelId="{F4DD87A9-23DD-CC49-A4C0-0768F6AD90C6}" type="pres">
      <dgm:prSet presAssocID="{2AEA5E69-7BBD-4AFB-8B1A-EBFDA4BD6013}" presName="compositeNode" presStyleCnt="0">
        <dgm:presLayoutVars>
          <dgm:bulletEnabled val="1"/>
        </dgm:presLayoutVars>
      </dgm:prSet>
      <dgm:spPr/>
    </dgm:pt>
    <dgm:pt modelId="{9A07283C-7452-8A43-B693-9C1D74161E94}" type="pres">
      <dgm:prSet presAssocID="{2AEA5E69-7BBD-4AFB-8B1A-EBFDA4BD6013}" presName="bgRect" presStyleLbl="alignNode1" presStyleIdx="0" presStyleCnt="5" custLinFactNeighborX="192" custLinFactNeighborY="-4697"/>
      <dgm:spPr/>
    </dgm:pt>
    <dgm:pt modelId="{13A0BCCF-0E75-FD46-A64A-8A343175F299}" type="pres">
      <dgm:prSet presAssocID="{3621F308-A9A5-41C8-B068-AADFCF69DEB9}" presName="sibTransNodeRect" presStyleLbl="alignNode1" presStyleIdx="0" presStyleCnt="5">
        <dgm:presLayoutVars>
          <dgm:chMax val="0"/>
          <dgm:bulletEnabled val="1"/>
        </dgm:presLayoutVars>
      </dgm:prSet>
      <dgm:spPr/>
    </dgm:pt>
    <dgm:pt modelId="{8CADFAC2-B4B8-BD4F-8335-C4255F369FC7}" type="pres">
      <dgm:prSet presAssocID="{2AEA5E69-7BBD-4AFB-8B1A-EBFDA4BD6013}" presName="nodeRect" presStyleLbl="alignNode1" presStyleIdx="0" presStyleCnt="5">
        <dgm:presLayoutVars>
          <dgm:bulletEnabled val="1"/>
        </dgm:presLayoutVars>
      </dgm:prSet>
      <dgm:spPr/>
    </dgm:pt>
    <dgm:pt modelId="{C2B792AC-885D-B742-A934-65567A6EAA4B}" type="pres">
      <dgm:prSet presAssocID="{3621F308-A9A5-41C8-B068-AADFCF69DEB9}" presName="sibTrans" presStyleCnt="0"/>
      <dgm:spPr/>
    </dgm:pt>
    <dgm:pt modelId="{240F3556-6E3F-A148-9509-44D49259BB4D}" type="pres">
      <dgm:prSet presAssocID="{4818ABC4-96C4-4FC5-9F78-525F9E93D780}" presName="compositeNode" presStyleCnt="0">
        <dgm:presLayoutVars>
          <dgm:bulletEnabled val="1"/>
        </dgm:presLayoutVars>
      </dgm:prSet>
      <dgm:spPr/>
    </dgm:pt>
    <dgm:pt modelId="{44F5770C-83E0-1C4F-81E1-6A45920B9407}" type="pres">
      <dgm:prSet presAssocID="{4818ABC4-96C4-4FC5-9F78-525F9E93D780}" presName="bgRect" presStyleLbl="alignNode1" presStyleIdx="1" presStyleCnt="5" custLinFactNeighborY="-5124"/>
      <dgm:spPr/>
    </dgm:pt>
    <dgm:pt modelId="{AABAAB72-2DA4-0C4F-BD99-477B89F20664}" type="pres">
      <dgm:prSet presAssocID="{C3116A16-8FA8-4139-B1C7-08FF5E0FB129}" presName="sibTransNodeRect" presStyleLbl="alignNode1" presStyleIdx="1" presStyleCnt="5">
        <dgm:presLayoutVars>
          <dgm:chMax val="0"/>
          <dgm:bulletEnabled val="1"/>
        </dgm:presLayoutVars>
      </dgm:prSet>
      <dgm:spPr/>
    </dgm:pt>
    <dgm:pt modelId="{02F94E80-0C70-2645-B072-4BEF5CC07C6B}" type="pres">
      <dgm:prSet presAssocID="{4818ABC4-96C4-4FC5-9F78-525F9E93D780}" presName="nodeRect" presStyleLbl="alignNode1" presStyleIdx="1" presStyleCnt="5">
        <dgm:presLayoutVars>
          <dgm:bulletEnabled val="1"/>
        </dgm:presLayoutVars>
      </dgm:prSet>
      <dgm:spPr/>
    </dgm:pt>
    <dgm:pt modelId="{67B9651C-EE3A-BA4C-BD61-0EE5C336DE20}" type="pres">
      <dgm:prSet presAssocID="{C3116A16-8FA8-4139-B1C7-08FF5E0FB129}" presName="sibTrans" presStyleCnt="0"/>
      <dgm:spPr/>
    </dgm:pt>
    <dgm:pt modelId="{952C97A6-A5B9-CC4C-9A9B-5C1FDFC37A41}" type="pres">
      <dgm:prSet presAssocID="{DB75E976-E0C3-48E3-A610-41C1FF0D60C4}" presName="compositeNode" presStyleCnt="0">
        <dgm:presLayoutVars>
          <dgm:bulletEnabled val="1"/>
        </dgm:presLayoutVars>
      </dgm:prSet>
      <dgm:spPr/>
    </dgm:pt>
    <dgm:pt modelId="{60527857-8EF7-4940-8667-51D0B7189EBE}" type="pres">
      <dgm:prSet presAssocID="{DB75E976-E0C3-48E3-A610-41C1FF0D60C4}" presName="bgRect" presStyleLbl="alignNode1" presStyleIdx="2" presStyleCnt="5" custLinFactNeighborY="-4697"/>
      <dgm:spPr/>
    </dgm:pt>
    <dgm:pt modelId="{89BA1E55-3B96-564F-AAC3-CE362DAFEA62}" type="pres">
      <dgm:prSet presAssocID="{E7EB28C0-FB17-4166-A8F3-1AA276AF2F39}" presName="sibTransNodeRect" presStyleLbl="alignNode1" presStyleIdx="2" presStyleCnt="5">
        <dgm:presLayoutVars>
          <dgm:chMax val="0"/>
          <dgm:bulletEnabled val="1"/>
        </dgm:presLayoutVars>
      </dgm:prSet>
      <dgm:spPr/>
    </dgm:pt>
    <dgm:pt modelId="{4F4CB281-5FC6-E448-ADE7-E2C9AF44FD86}" type="pres">
      <dgm:prSet presAssocID="{DB75E976-E0C3-48E3-A610-41C1FF0D60C4}" presName="nodeRect" presStyleLbl="alignNode1" presStyleIdx="2" presStyleCnt="5">
        <dgm:presLayoutVars>
          <dgm:bulletEnabled val="1"/>
        </dgm:presLayoutVars>
      </dgm:prSet>
      <dgm:spPr/>
    </dgm:pt>
    <dgm:pt modelId="{3116C22A-FC98-1D46-A3B9-43839CBEB3FB}" type="pres">
      <dgm:prSet presAssocID="{E7EB28C0-FB17-4166-A8F3-1AA276AF2F39}" presName="sibTrans" presStyleCnt="0"/>
      <dgm:spPr/>
    </dgm:pt>
    <dgm:pt modelId="{5C265415-E3E7-E640-9CF8-38140EE01FCC}" type="pres">
      <dgm:prSet presAssocID="{9338286D-C705-4F7F-9282-3B4492CC0C5F}" presName="compositeNode" presStyleCnt="0">
        <dgm:presLayoutVars>
          <dgm:bulletEnabled val="1"/>
        </dgm:presLayoutVars>
      </dgm:prSet>
      <dgm:spPr/>
    </dgm:pt>
    <dgm:pt modelId="{325BB462-F03C-E24E-96D7-1386477A4B6E}" type="pres">
      <dgm:prSet presAssocID="{9338286D-C705-4F7F-9282-3B4492CC0C5F}" presName="bgRect" presStyleLbl="alignNode1" presStyleIdx="3" presStyleCnt="5" custLinFactNeighborY="-4697"/>
      <dgm:spPr/>
    </dgm:pt>
    <dgm:pt modelId="{BD878D63-CC90-F542-8F92-D0CBA86F01A9}" type="pres">
      <dgm:prSet presAssocID="{855FF257-6A7C-4DBB-8BDC-8D540E2651BC}" presName="sibTransNodeRect" presStyleLbl="alignNode1" presStyleIdx="3" presStyleCnt="5">
        <dgm:presLayoutVars>
          <dgm:chMax val="0"/>
          <dgm:bulletEnabled val="1"/>
        </dgm:presLayoutVars>
      </dgm:prSet>
      <dgm:spPr/>
    </dgm:pt>
    <dgm:pt modelId="{D53BAFC1-1748-DC41-8D6A-B7C422A993AF}" type="pres">
      <dgm:prSet presAssocID="{9338286D-C705-4F7F-9282-3B4492CC0C5F}" presName="nodeRect" presStyleLbl="alignNode1" presStyleIdx="3" presStyleCnt="5">
        <dgm:presLayoutVars>
          <dgm:bulletEnabled val="1"/>
        </dgm:presLayoutVars>
      </dgm:prSet>
      <dgm:spPr/>
    </dgm:pt>
    <dgm:pt modelId="{353A8762-B693-C843-9427-8D30507A4F0F}" type="pres">
      <dgm:prSet presAssocID="{855FF257-6A7C-4DBB-8BDC-8D540E2651BC}" presName="sibTrans" presStyleCnt="0"/>
      <dgm:spPr/>
    </dgm:pt>
    <dgm:pt modelId="{72E9E551-92B9-E74D-84C7-224871910666}" type="pres">
      <dgm:prSet presAssocID="{3A383DA9-820F-4C86-ADC8-38F725AAFAFD}" presName="compositeNode" presStyleCnt="0">
        <dgm:presLayoutVars>
          <dgm:bulletEnabled val="1"/>
        </dgm:presLayoutVars>
      </dgm:prSet>
      <dgm:spPr/>
    </dgm:pt>
    <dgm:pt modelId="{A393EBFD-09C5-CD44-985B-0E6724FE48B5}" type="pres">
      <dgm:prSet presAssocID="{3A383DA9-820F-4C86-ADC8-38F725AAFAFD}" presName="bgRect" presStyleLbl="alignNode1" presStyleIdx="4" presStyleCnt="5" custLinFactNeighborX="320" custLinFactNeighborY="-5124"/>
      <dgm:spPr/>
    </dgm:pt>
    <dgm:pt modelId="{1362601E-15C4-B148-9AD3-731960A89713}" type="pres">
      <dgm:prSet presAssocID="{68558B4A-EFFC-443C-AA95-D8EEAA08ACA7}" presName="sibTransNodeRect" presStyleLbl="alignNode1" presStyleIdx="4" presStyleCnt="5">
        <dgm:presLayoutVars>
          <dgm:chMax val="0"/>
          <dgm:bulletEnabled val="1"/>
        </dgm:presLayoutVars>
      </dgm:prSet>
      <dgm:spPr/>
    </dgm:pt>
    <dgm:pt modelId="{739B7AB5-2FFD-234F-A7DD-CE0AC7CF4D99}" type="pres">
      <dgm:prSet presAssocID="{3A383DA9-820F-4C86-ADC8-38F725AAFAFD}" presName="nodeRect" presStyleLbl="alignNode1" presStyleIdx="4" presStyleCnt="5">
        <dgm:presLayoutVars>
          <dgm:bulletEnabled val="1"/>
        </dgm:presLayoutVars>
      </dgm:prSet>
      <dgm:spPr/>
    </dgm:pt>
  </dgm:ptLst>
  <dgm:cxnLst>
    <dgm:cxn modelId="{BC917611-2161-3B47-84D7-DCA9F0326368}" type="presOf" srcId="{3A383DA9-820F-4C86-ADC8-38F725AAFAFD}" destId="{739B7AB5-2FFD-234F-A7DD-CE0AC7CF4D99}" srcOrd="1" destOrd="0" presId="urn:microsoft.com/office/officeart/2016/7/layout/LinearBlockProcessNumbered"/>
    <dgm:cxn modelId="{A2B8EA13-6BFB-2C48-985C-12D0FFDECDEA}" type="presOf" srcId="{4818ABC4-96C4-4FC5-9F78-525F9E93D780}" destId="{44F5770C-83E0-1C4F-81E1-6A45920B9407}" srcOrd="0" destOrd="0" presId="urn:microsoft.com/office/officeart/2016/7/layout/LinearBlockProcessNumbered"/>
    <dgm:cxn modelId="{E751B21A-2A1D-934D-B30D-0243892E8064}" type="presOf" srcId="{E7EB28C0-FB17-4166-A8F3-1AA276AF2F39}" destId="{89BA1E55-3B96-564F-AAC3-CE362DAFEA62}" srcOrd="0" destOrd="0" presId="urn:microsoft.com/office/officeart/2016/7/layout/LinearBlockProcessNumbered"/>
    <dgm:cxn modelId="{CC67912E-DB7C-A64C-9DAC-0533798A0552}" type="presOf" srcId="{9338286D-C705-4F7F-9282-3B4492CC0C5F}" destId="{D53BAFC1-1748-DC41-8D6A-B7C422A993AF}" srcOrd="1" destOrd="0" presId="urn:microsoft.com/office/officeart/2016/7/layout/LinearBlockProcessNumbered"/>
    <dgm:cxn modelId="{06876633-80E3-2143-A79B-4AFD0F8F5DD4}" type="presOf" srcId="{4818ABC4-96C4-4FC5-9F78-525F9E93D780}" destId="{02F94E80-0C70-2645-B072-4BEF5CC07C6B}" srcOrd="1" destOrd="0" presId="urn:microsoft.com/office/officeart/2016/7/layout/LinearBlockProcessNumbered"/>
    <dgm:cxn modelId="{B02F4338-3CBC-4AD5-9644-B1325FF53E46}" srcId="{4B888349-1C7E-408C-83B2-80B8CB6783B7}" destId="{DB75E976-E0C3-48E3-A610-41C1FF0D60C4}" srcOrd="2" destOrd="0" parTransId="{B84D6E78-0F27-4861-80E2-1CF32E1791A5}" sibTransId="{E7EB28C0-FB17-4166-A8F3-1AA276AF2F39}"/>
    <dgm:cxn modelId="{051E565E-23AD-E141-B691-76826D25E758}" type="presOf" srcId="{2AEA5E69-7BBD-4AFB-8B1A-EBFDA4BD6013}" destId="{8CADFAC2-B4B8-BD4F-8335-C4255F369FC7}" srcOrd="1" destOrd="0" presId="urn:microsoft.com/office/officeart/2016/7/layout/LinearBlockProcessNumbered"/>
    <dgm:cxn modelId="{07F9CA5F-2E6F-DB40-8590-682B4D50DB8A}" type="presOf" srcId="{3A383DA9-820F-4C86-ADC8-38F725AAFAFD}" destId="{A393EBFD-09C5-CD44-985B-0E6724FE48B5}" srcOrd="0" destOrd="0" presId="urn:microsoft.com/office/officeart/2016/7/layout/LinearBlockProcessNumbered"/>
    <dgm:cxn modelId="{D37D654F-5CFC-ED49-A9C1-CD52E24F5294}" type="presOf" srcId="{DB75E976-E0C3-48E3-A610-41C1FF0D60C4}" destId="{4F4CB281-5FC6-E448-ADE7-E2C9AF44FD86}" srcOrd="1" destOrd="0" presId="urn:microsoft.com/office/officeart/2016/7/layout/LinearBlockProcessNumbered"/>
    <dgm:cxn modelId="{62964174-080F-4940-81A6-68434E2879D8}" type="presOf" srcId="{2AEA5E69-7BBD-4AFB-8B1A-EBFDA4BD6013}" destId="{9A07283C-7452-8A43-B693-9C1D74161E94}" srcOrd="0" destOrd="0" presId="urn:microsoft.com/office/officeart/2016/7/layout/LinearBlockProcessNumbered"/>
    <dgm:cxn modelId="{701EEC74-3903-7542-A0D1-1A29B60D5CF4}" type="presOf" srcId="{4B888349-1C7E-408C-83B2-80B8CB6783B7}" destId="{62C3C4AE-917B-2F41-9784-EBBC34A73E01}" srcOrd="0" destOrd="0" presId="urn:microsoft.com/office/officeart/2016/7/layout/LinearBlockProcessNumbered"/>
    <dgm:cxn modelId="{2CB42F87-D0B9-BA4B-A397-5619BFDF5FC5}" type="presOf" srcId="{C3116A16-8FA8-4139-B1C7-08FF5E0FB129}" destId="{AABAAB72-2DA4-0C4F-BD99-477B89F20664}" srcOrd="0" destOrd="0" presId="urn:microsoft.com/office/officeart/2016/7/layout/LinearBlockProcessNumbered"/>
    <dgm:cxn modelId="{DFB34096-D318-8641-9F0C-34CD8E4E1527}" type="presOf" srcId="{3621F308-A9A5-41C8-B068-AADFCF69DEB9}" destId="{13A0BCCF-0E75-FD46-A64A-8A343175F299}" srcOrd="0" destOrd="0" presId="urn:microsoft.com/office/officeart/2016/7/layout/LinearBlockProcessNumbered"/>
    <dgm:cxn modelId="{B3487399-5826-1F45-A3BB-1D6B6B91900B}" type="presOf" srcId="{855FF257-6A7C-4DBB-8BDC-8D540E2651BC}" destId="{BD878D63-CC90-F542-8F92-D0CBA86F01A9}" srcOrd="0" destOrd="0" presId="urn:microsoft.com/office/officeart/2016/7/layout/LinearBlockProcessNumbered"/>
    <dgm:cxn modelId="{222BE0A9-F604-429D-A4FF-F55424774884}" srcId="{4B888349-1C7E-408C-83B2-80B8CB6783B7}" destId="{9338286D-C705-4F7F-9282-3B4492CC0C5F}" srcOrd="3" destOrd="0" parTransId="{E584FBCC-8F0C-4D92-90C4-F733FE063D1A}" sibTransId="{855FF257-6A7C-4DBB-8BDC-8D540E2651BC}"/>
    <dgm:cxn modelId="{60BA45B8-6170-B948-B7FD-6DFBE5DACAAF}" type="presOf" srcId="{68558B4A-EFFC-443C-AA95-D8EEAA08ACA7}" destId="{1362601E-15C4-B148-9AD3-731960A89713}" srcOrd="0" destOrd="0" presId="urn:microsoft.com/office/officeart/2016/7/layout/LinearBlockProcessNumbered"/>
    <dgm:cxn modelId="{5DD240D5-C800-4969-AA7F-763E0CDE4B4C}" srcId="{4B888349-1C7E-408C-83B2-80B8CB6783B7}" destId="{2AEA5E69-7BBD-4AFB-8B1A-EBFDA4BD6013}" srcOrd="0" destOrd="0" parTransId="{57B59E9C-018E-4FAE-BAD4-096FDC9CC81E}" sibTransId="{3621F308-A9A5-41C8-B068-AADFCF69DEB9}"/>
    <dgm:cxn modelId="{296E12DB-0742-B949-874E-31197A72F7C3}" type="presOf" srcId="{DB75E976-E0C3-48E3-A610-41C1FF0D60C4}" destId="{60527857-8EF7-4940-8667-51D0B7189EBE}" srcOrd="0" destOrd="0" presId="urn:microsoft.com/office/officeart/2016/7/layout/LinearBlockProcessNumbered"/>
    <dgm:cxn modelId="{F5487BE8-B413-D246-9CE0-1A9EDD440AF8}" type="presOf" srcId="{9338286D-C705-4F7F-9282-3B4492CC0C5F}" destId="{325BB462-F03C-E24E-96D7-1386477A4B6E}" srcOrd="0" destOrd="0" presId="urn:microsoft.com/office/officeart/2016/7/layout/LinearBlockProcessNumbered"/>
    <dgm:cxn modelId="{04E767EB-17C8-4BD3-AB70-0A3E15615061}" srcId="{4B888349-1C7E-408C-83B2-80B8CB6783B7}" destId="{4818ABC4-96C4-4FC5-9F78-525F9E93D780}" srcOrd="1" destOrd="0" parTransId="{DAD192ED-287B-4783-8BE6-151AE9BC7749}" sibTransId="{C3116A16-8FA8-4139-B1C7-08FF5E0FB129}"/>
    <dgm:cxn modelId="{409089EF-4029-4020-89B2-50A606C162FD}" srcId="{4B888349-1C7E-408C-83B2-80B8CB6783B7}" destId="{3A383DA9-820F-4C86-ADC8-38F725AAFAFD}" srcOrd="4" destOrd="0" parTransId="{3C3817F2-1859-4D16-8C00-2D6834AC9B67}" sibTransId="{68558B4A-EFFC-443C-AA95-D8EEAA08ACA7}"/>
    <dgm:cxn modelId="{49176050-F4ED-3F4C-8370-9EB4E3234A6A}" type="presParOf" srcId="{62C3C4AE-917B-2F41-9784-EBBC34A73E01}" destId="{F4DD87A9-23DD-CC49-A4C0-0768F6AD90C6}" srcOrd="0" destOrd="0" presId="urn:microsoft.com/office/officeart/2016/7/layout/LinearBlockProcessNumbered"/>
    <dgm:cxn modelId="{3D8F8080-CA7B-3A4A-88A4-CF8B8F2B6EB3}" type="presParOf" srcId="{F4DD87A9-23DD-CC49-A4C0-0768F6AD90C6}" destId="{9A07283C-7452-8A43-B693-9C1D74161E94}" srcOrd="0" destOrd="0" presId="urn:microsoft.com/office/officeart/2016/7/layout/LinearBlockProcessNumbered"/>
    <dgm:cxn modelId="{346FF1C0-0092-6D4A-9819-275A4F30BAB5}" type="presParOf" srcId="{F4DD87A9-23DD-CC49-A4C0-0768F6AD90C6}" destId="{13A0BCCF-0E75-FD46-A64A-8A343175F299}" srcOrd="1" destOrd="0" presId="urn:microsoft.com/office/officeart/2016/7/layout/LinearBlockProcessNumbered"/>
    <dgm:cxn modelId="{9F56299C-8003-2946-9C20-2AAF2936FED8}" type="presParOf" srcId="{F4DD87A9-23DD-CC49-A4C0-0768F6AD90C6}" destId="{8CADFAC2-B4B8-BD4F-8335-C4255F369FC7}" srcOrd="2" destOrd="0" presId="urn:microsoft.com/office/officeart/2016/7/layout/LinearBlockProcessNumbered"/>
    <dgm:cxn modelId="{CB0550BD-54D9-B24C-B350-CAA09474622D}" type="presParOf" srcId="{62C3C4AE-917B-2F41-9784-EBBC34A73E01}" destId="{C2B792AC-885D-B742-A934-65567A6EAA4B}" srcOrd="1" destOrd="0" presId="urn:microsoft.com/office/officeart/2016/7/layout/LinearBlockProcessNumbered"/>
    <dgm:cxn modelId="{4A8ECEB3-43B6-A949-932F-C2270DB0A27C}" type="presParOf" srcId="{62C3C4AE-917B-2F41-9784-EBBC34A73E01}" destId="{240F3556-6E3F-A148-9509-44D49259BB4D}" srcOrd="2" destOrd="0" presId="urn:microsoft.com/office/officeart/2016/7/layout/LinearBlockProcessNumbered"/>
    <dgm:cxn modelId="{7E6EF3DF-3722-924F-992E-6D48427549A4}" type="presParOf" srcId="{240F3556-6E3F-A148-9509-44D49259BB4D}" destId="{44F5770C-83E0-1C4F-81E1-6A45920B9407}" srcOrd="0" destOrd="0" presId="urn:microsoft.com/office/officeart/2016/7/layout/LinearBlockProcessNumbered"/>
    <dgm:cxn modelId="{AC932739-9274-C44A-80A7-4D419BF85499}" type="presParOf" srcId="{240F3556-6E3F-A148-9509-44D49259BB4D}" destId="{AABAAB72-2DA4-0C4F-BD99-477B89F20664}" srcOrd="1" destOrd="0" presId="urn:microsoft.com/office/officeart/2016/7/layout/LinearBlockProcessNumbered"/>
    <dgm:cxn modelId="{3CED0206-C43E-3148-86B6-638A6FAE1694}" type="presParOf" srcId="{240F3556-6E3F-A148-9509-44D49259BB4D}" destId="{02F94E80-0C70-2645-B072-4BEF5CC07C6B}" srcOrd="2" destOrd="0" presId="urn:microsoft.com/office/officeart/2016/7/layout/LinearBlockProcessNumbered"/>
    <dgm:cxn modelId="{CB8AEC33-949C-EC40-9CEA-18BD176F1C25}" type="presParOf" srcId="{62C3C4AE-917B-2F41-9784-EBBC34A73E01}" destId="{67B9651C-EE3A-BA4C-BD61-0EE5C336DE20}" srcOrd="3" destOrd="0" presId="urn:microsoft.com/office/officeart/2016/7/layout/LinearBlockProcessNumbered"/>
    <dgm:cxn modelId="{7F8C3868-24D4-BF45-BEDE-1AD6E11C5C9F}" type="presParOf" srcId="{62C3C4AE-917B-2F41-9784-EBBC34A73E01}" destId="{952C97A6-A5B9-CC4C-9A9B-5C1FDFC37A41}" srcOrd="4" destOrd="0" presId="urn:microsoft.com/office/officeart/2016/7/layout/LinearBlockProcessNumbered"/>
    <dgm:cxn modelId="{A9FE46E1-4E5D-A54C-A07B-6388248D1E5D}" type="presParOf" srcId="{952C97A6-A5B9-CC4C-9A9B-5C1FDFC37A41}" destId="{60527857-8EF7-4940-8667-51D0B7189EBE}" srcOrd="0" destOrd="0" presId="urn:microsoft.com/office/officeart/2016/7/layout/LinearBlockProcessNumbered"/>
    <dgm:cxn modelId="{21578598-4436-B840-83D1-FB1068BCF80A}" type="presParOf" srcId="{952C97A6-A5B9-CC4C-9A9B-5C1FDFC37A41}" destId="{89BA1E55-3B96-564F-AAC3-CE362DAFEA62}" srcOrd="1" destOrd="0" presId="urn:microsoft.com/office/officeart/2016/7/layout/LinearBlockProcessNumbered"/>
    <dgm:cxn modelId="{5E716165-6F70-F646-B2C9-36D8A15CD217}" type="presParOf" srcId="{952C97A6-A5B9-CC4C-9A9B-5C1FDFC37A41}" destId="{4F4CB281-5FC6-E448-ADE7-E2C9AF44FD86}" srcOrd="2" destOrd="0" presId="urn:microsoft.com/office/officeart/2016/7/layout/LinearBlockProcessNumbered"/>
    <dgm:cxn modelId="{31AFBE9B-F8E6-4643-8031-B6229710464F}" type="presParOf" srcId="{62C3C4AE-917B-2F41-9784-EBBC34A73E01}" destId="{3116C22A-FC98-1D46-A3B9-43839CBEB3FB}" srcOrd="5" destOrd="0" presId="urn:microsoft.com/office/officeart/2016/7/layout/LinearBlockProcessNumbered"/>
    <dgm:cxn modelId="{75AE08D7-AC1F-CB40-A0F9-6D4D29A632C7}" type="presParOf" srcId="{62C3C4AE-917B-2F41-9784-EBBC34A73E01}" destId="{5C265415-E3E7-E640-9CF8-38140EE01FCC}" srcOrd="6" destOrd="0" presId="urn:microsoft.com/office/officeart/2016/7/layout/LinearBlockProcessNumbered"/>
    <dgm:cxn modelId="{7A1762AE-817C-3245-8CBF-9BBBE7DD1EDC}" type="presParOf" srcId="{5C265415-E3E7-E640-9CF8-38140EE01FCC}" destId="{325BB462-F03C-E24E-96D7-1386477A4B6E}" srcOrd="0" destOrd="0" presId="urn:microsoft.com/office/officeart/2016/7/layout/LinearBlockProcessNumbered"/>
    <dgm:cxn modelId="{2E16A11D-D131-3D42-A42D-0D4892CE15B9}" type="presParOf" srcId="{5C265415-E3E7-E640-9CF8-38140EE01FCC}" destId="{BD878D63-CC90-F542-8F92-D0CBA86F01A9}" srcOrd="1" destOrd="0" presId="urn:microsoft.com/office/officeart/2016/7/layout/LinearBlockProcessNumbered"/>
    <dgm:cxn modelId="{D4A6931F-BA25-3D4D-80BE-2232EABEEFF3}" type="presParOf" srcId="{5C265415-E3E7-E640-9CF8-38140EE01FCC}" destId="{D53BAFC1-1748-DC41-8D6A-B7C422A993AF}" srcOrd="2" destOrd="0" presId="urn:microsoft.com/office/officeart/2016/7/layout/LinearBlockProcessNumbered"/>
    <dgm:cxn modelId="{25F0FCB9-B485-DA42-9B9A-71A49D8CBAB2}" type="presParOf" srcId="{62C3C4AE-917B-2F41-9784-EBBC34A73E01}" destId="{353A8762-B693-C843-9427-8D30507A4F0F}" srcOrd="7" destOrd="0" presId="urn:microsoft.com/office/officeart/2016/7/layout/LinearBlockProcessNumbered"/>
    <dgm:cxn modelId="{E553187D-65E0-6D40-9202-9AE476A274DA}" type="presParOf" srcId="{62C3C4AE-917B-2F41-9784-EBBC34A73E01}" destId="{72E9E551-92B9-E74D-84C7-224871910666}" srcOrd="8" destOrd="0" presId="urn:microsoft.com/office/officeart/2016/7/layout/LinearBlockProcessNumbered"/>
    <dgm:cxn modelId="{50F929D3-A745-AD41-8DAD-CB19FC7D22ED}" type="presParOf" srcId="{72E9E551-92B9-E74D-84C7-224871910666}" destId="{A393EBFD-09C5-CD44-985B-0E6724FE48B5}" srcOrd="0" destOrd="0" presId="urn:microsoft.com/office/officeart/2016/7/layout/LinearBlockProcessNumbered"/>
    <dgm:cxn modelId="{F5BFF16D-A291-FB4B-A6B5-4F08D65E0D5B}" type="presParOf" srcId="{72E9E551-92B9-E74D-84C7-224871910666}" destId="{1362601E-15C4-B148-9AD3-731960A89713}" srcOrd="1" destOrd="0" presId="urn:microsoft.com/office/officeart/2016/7/layout/LinearBlockProcessNumbered"/>
    <dgm:cxn modelId="{16DB3A04-4502-0643-BBF8-ABBC9F47754F}" type="presParOf" srcId="{72E9E551-92B9-E74D-84C7-224871910666}" destId="{739B7AB5-2FFD-234F-A7DD-CE0AC7CF4D99}"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6F49747-837C-4992-A5B6-16E469C2942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6E06100-00EC-4216-BB42-A500572AC246}">
      <dgm:prSet custT="1"/>
      <dgm:spPr/>
      <dgm:t>
        <a:bodyPr/>
        <a:lstStyle/>
        <a:p>
          <a:r>
            <a:rPr lang="en-IN" sz="2400" b="1" dirty="0"/>
            <a:t>Enterprise Knowledge Base</a:t>
          </a:r>
          <a:r>
            <a:rPr lang="en-IN" sz="2400" dirty="0"/>
            <a:t>: Documents + training videos + charts</a:t>
          </a:r>
          <a:endParaRPr lang="en-US" sz="2400" dirty="0"/>
        </a:p>
      </dgm:t>
    </dgm:pt>
    <dgm:pt modelId="{25D44630-C2B0-4B06-969E-7CB331C5D732}" type="parTrans" cxnId="{9C203F91-BB31-4C52-84FD-FE0C1AE8714E}">
      <dgm:prSet/>
      <dgm:spPr/>
      <dgm:t>
        <a:bodyPr/>
        <a:lstStyle/>
        <a:p>
          <a:endParaRPr lang="en-US"/>
        </a:p>
      </dgm:t>
    </dgm:pt>
    <dgm:pt modelId="{5347EF1A-8D46-4337-A6DB-87AA9C00B422}" type="sibTrans" cxnId="{9C203F91-BB31-4C52-84FD-FE0C1AE8714E}">
      <dgm:prSet/>
      <dgm:spPr/>
      <dgm:t>
        <a:bodyPr/>
        <a:lstStyle/>
        <a:p>
          <a:endParaRPr lang="en-US"/>
        </a:p>
      </dgm:t>
    </dgm:pt>
    <dgm:pt modelId="{72B0A849-FA08-4880-BE45-8CA63C132844}">
      <dgm:prSet/>
      <dgm:spPr/>
      <dgm:t>
        <a:bodyPr/>
        <a:lstStyle/>
        <a:p>
          <a:r>
            <a:rPr lang="en-IN" b="1" dirty="0"/>
            <a:t>Educational Assistant</a:t>
          </a:r>
          <a:r>
            <a:rPr lang="en-IN" dirty="0"/>
            <a:t>: Textbooks + lecture videos + diagrams</a:t>
          </a:r>
          <a:endParaRPr lang="en-US" dirty="0"/>
        </a:p>
      </dgm:t>
    </dgm:pt>
    <dgm:pt modelId="{859C3EC6-A56C-430A-B79D-CC19B14D7404}" type="parTrans" cxnId="{7ABACF6F-AA11-4F23-8D43-F16A0AE65F4E}">
      <dgm:prSet/>
      <dgm:spPr/>
      <dgm:t>
        <a:bodyPr/>
        <a:lstStyle/>
        <a:p>
          <a:endParaRPr lang="en-US"/>
        </a:p>
      </dgm:t>
    </dgm:pt>
    <dgm:pt modelId="{179524EF-75E4-408B-BBF6-36CCFBA475E5}" type="sibTrans" cxnId="{7ABACF6F-AA11-4F23-8D43-F16A0AE65F4E}">
      <dgm:prSet/>
      <dgm:spPr/>
      <dgm:t>
        <a:bodyPr/>
        <a:lstStyle/>
        <a:p>
          <a:endParaRPr lang="en-US"/>
        </a:p>
      </dgm:t>
    </dgm:pt>
    <dgm:pt modelId="{F52DBD87-A882-42B5-A5A0-4042EAADDCD6}">
      <dgm:prSet/>
      <dgm:spPr/>
      <dgm:t>
        <a:bodyPr/>
        <a:lstStyle/>
        <a:p>
          <a:r>
            <a:rPr lang="en-IN" b="1" dirty="0"/>
            <a:t>Research Tool</a:t>
          </a:r>
          <a:r>
            <a:rPr lang="en-IN" dirty="0"/>
            <a:t>: Papers + data visualizations + conference talks</a:t>
          </a:r>
          <a:endParaRPr lang="en-US" dirty="0"/>
        </a:p>
      </dgm:t>
    </dgm:pt>
    <dgm:pt modelId="{29EAC663-26B5-49A4-B71F-7678DABF9478}" type="parTrans" cxnId="{09B0E526-4C7B-4B3C-9270-3A03DCD74F3D}">
      <dgm:prSet/>
      <dgm:spPr/>
      <dgm:t>
        <a:bodyPr/>
        <a:lstStyle/>
        <a:p>
          <a:endParaRPr lang="en-US"/>
        </a:p>
      </dgm:t>
    </dgm:pt>
    <dgm:pt modelId="{6186ADD2-34FC-403E-89F4-E1B04339DA54}" type="sibTrans" cxnId="{09B0E526-4C7B-4B3C-9270-3A03DCD74F3D}">
      <dgm:prSet/>
      <dgm:spPr/>
      <dgm:t>
        <a:bodyPr/>
        <a:lstStyle/>
        <a:p>
          <a:endParaRPr lang="en-US"/>
        </a:p>
      </dgm:t>
    </dgm:pt>
    <dgm:pt modelId="{1497F627-D69E-43AA-A332-3B896F527080}">
      <dgm:prSet/>
      <dgm:spPr/>
      <dgm:t>
        <a:bodyPr/>
        <a:lstStyle/>
        <a:p>
          <a:r>
            <a:rPr lang="en-IN" b="1" dirty="0"/>
            <a:t>Technical Support</a:t>
          </a:r>
          <a:r>
            <a:rPr lang="en-IN" dirty="0"/>
            <a:t>: Manuals + demo videos + troubleshooting charts</a:t>
          </a:r>
          <a:endParaRPr lang="en-US" dirty="0"/>
        </a:p>
      </dgm:t>
    </dgm:pt>
    <dgm:pt modelId="{52AAEF15-0679-4C52-ABFB-29313F9514D9}" type="parTrans" cxnId="{2E29ED9B-B456-4FDC-AB1A-A1594E5172A6}">
      <dgm:prSet/>
      <dgm:spPr/>
      <dgm:t>
        <a:bodyPr/>
        <a:lstStyle/>
        <a:p>
          <a:endParaRPr lang="en-US"/>
        </a:p>
      </dgm:t>
    </dgm:pt>
    <dgm:pt modelId="{B950051B-1B66-40B2-8859-6C4E286732CE}" type="sibTrans" cxnId="{2E29ED9B-B456-4FDC-AB1A-A1594E5172A6}">
      <dgm:prSet/>
      <dgm:spPr/>
      <dgm:t>
        <a:bodyPr/>
        <a:lstStyle/>
        <a:p>
          <a:endParaRPr lang="en-US"/>
        </a:p>
      </dgm:t>
    </dgm:pt>
    <dgm:pt modelId="{4909FC80-DF96-4726-8E54-4623B3E20C2E}" type="pres">
      <dgm:prSet presAssocID="{56F49747-837C-4992-A5B6-16E469C2942C}" presName="root" presStyleCnt="0">
        <dgm:presLayoutVars>
          <dgm:dir/>
          <dgm:resizeHandles val="exact"/>
        </dgm:presLayoutVars>
      </dgm:prSet>
      <dgm:spPr/>
    </dgm:pt>
    <dgm:pt modelId="{8449C098-3096-47FB-A012-A9D411DAFCC2}" type="pres">
      <dgm:prSet presAssocID="{46E06100-00EC-4216-BB42-A500572AC246}" presName="compNode" presStyleCnt="0"/>
      <dgm:spPr/>
    </dgm:pt>
    <dgm:pt modelId="{E46137AD-BB4D-4335-8F66-8E5353D42B1F}" type="pres">
      <dgm:prSet presAssocID="{46E06100-00EC-4216-BB42-A500572AC24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96109DF0-7D01-4C21-B8B0-89FA8BEA9A31}" type="pres">
      <dgm:prSet presAssocID="{46E06100-00EC-4216-BB42-A500572AC246}" presName="spaceRect" presStyleCnt="0"/>
      <dgm:spPr/>
    </dgm:pt>
    <dgm:pt modelId="{4D0482BB-D9B2-4CB6-85B9-B83AF1794D49}" type="pres">
      <dgm:prSet presAssocID="{46E06100-00EC-4216-BB42-A500572AC246}" presName="textRect" presStyleLbl="revTx" presStyleIdx="0" presStyleCnt="4">
        <dgm:presLayoutVars>
          <dgm:chMax val="1"/>
          <dgm:chPref val="1"/>
        </dgm:presLayoutVars>
      </dgm:prSet>
      <dgm:spPr/>
    </dgm:pt>
    <dgm:pt modelId="{077930E8-796E-46AE-96C1-3BA4E8169DB7}" type="pres">
      <dgm:prSet presAssocID="{5347EF1A-8D46-4337-A6DB-87AA9C00B422}" presName="sibTrans" presStyleCnt="0"/>
      <dgm:spPr/>
    </dgm:pt>
    <dgm:pt modelId="{9AE5597B-53BF-4E02-BD5D-3098C6E361DE}" type="pres">
      <dgm:prSet presAssocID="{72B0A849-FA08-4880-BE45-8CA63C132844}" presName="compNode" presStyleCnt="0"/>
      <dgm:spPr/>
    </dgm:pt>
    <dgm:pt modelId="{82A7D66D-1010-481C-B1C5-A7C1C963AA8A}" type="pres">
      <dgm:prSet presAssocID="{72B0A849-FA08-4880-BE45-8CA63C13284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F19514F1-F5E3-4029-994A-33E45B08007D}" type="pres">
      <dgm:prSet presAssocID="{72B0A849-FA08-4880-BE45-8CA63C132844}" presName="spaceRect" presStyleCnt="0"/>
      <dgm:spPr/>
    </dgm:pt>
    <dgm:pt modelId="{7EF15F0D-B27B-463D-96AB-43B9616D9174}" type="pres">
      <dgm:prSet presAssocID="{72B0A849-FA08-4880-BE45-8CA63C132844}" presName="textRect" presStyleLbl="revTx" presStyleIdx="1" presStyleCnt="4">
        <dgm:presLayoutVars>
          <dgm:chMax val="1"/>
          <dgm:chPref val="1"/>
        </dgm:presLayoutVars>
      </dgm:prSet>
      <dgm:spPr/>
    </dgm:pt>
    <dgm:pt modelId="{3B3B62AC-EB8B-436A-BC52-8EE1FF5AAD24}" type="pres">
      <dgm:prSet presAssocID="{179524EF-75E4-408B-BBF6-36CCFBA475E5}" presName="sibTrans" presStyleCnt="0"/>
      <dgm:spPr/>
    </dgm:pt>
    <dgm:pt modelId="{6FA195A2-3179-4D33-8399-A2663E7731CF}" type="pres">
      <dgm:prSet presAssocID="{F52DBD87-A882-42B5-A5A0-4042EAADDCD6}" presName="compNode" presStyleCnt="0"/>
      <dgm:spPr/>
    </dgm:pt>
    <dgm:pt modelId="{417AFD37-31B0-4348-BC6F-D8D310351BD2}" type="pres">
      <dgm:prSet presAssocID="{F52DBD87-A882-42B5-A5A0-4042EAADDCD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5F6180A8-2F47-499D-9787-6F945EDE1A36}" type="pres">
      <dgm:prSet presAssocID="{F52DBD87-A882-42B5-A5A0-4042EAADDCD6}" presName="spaceRect" presStyleCnt="0"/>
      <dgm:spPr/>
    </dgm:pt>
    <dgm:pt modelId="{FBEBEDC4-E9FC-4074-B475-E11CD575F606}" type="pres">
      <dgm:prSet presAssocID="{F52DBD87-A882-42B5-A5A0-4042EAADDCD6}" presName="textRect" presStyleLbl="revTx" presStyleIdx="2" presStyleCnt="4">
        <dgm:presLayoutVars>
          <dgm:chMax val="1"/>
          <dgm:chPref val="1"/>
        </dgm:presLayoutVars>
      </dgm:prSet>
      <dgm:spPr/>
    </dgm:pt>
    <dgm:pt modelId="{AC588E1F-CA21-436D-83BD-20A456F21590}" type="pres">
      <dgm:prSet presAssocID="{6186ADD2-34FC-403E-89F4-E1B04339DA54}" presName="sibTrans" presStyleCnt="0"/>
      <dgm:spPr/>
    </dgm:pt>
    <dgm:pt modelId="{4A8FA2CD-B335-4F75-B603-2EF207BAB4B5}" type="pres">
      <dgm:prSet presAssocID="{1497F627-D69E-43AA-A332-3B896F527080}" presName="compNode" presStyleCnt="0"/>
      <dgm:spPr/>
    </dgm:pt>
    <dgm:pt modelId="{096B4FF5-9A85-49B6-A86D-06EC2581E19C}" type="pres">
      <dgm:prSet presAssocID="{1497F627-D69E-43AA-A332-3B896F52708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9709CEC7-A00F-47D7-A053-EDA42F747868}" type="pres">
      <dgm:prSet presAssocID="{1497F627-D69E-43AA-A332-3B896F527080}" presName="spaceRect" presStyleCnt="0"/>
      <dgm:spPr/>
    </dgm:pt>
    <dgm:pt modelId="{01EB342B-156B-47AC-B410-D7F6F1D3076E}" type="pres">
      <dgm:prSet presAssocID="{1497F627-D69E-43AA-A332-3B896F527080}" presName="textRect" presStyleLbl="revTx" presStyleIdx="3" presStyleCnt="4">
        <dgm:presLayoutVars>
          <dgm:chMax val="1"/>
          <dgm:chPref val="1"/>
        </dgm:presLayoutVars>
      </dgm:prSet>
      <dgm:spPr/>
    </dgm:pt>
  </dgm:ptLst>
  <dgm:cxnLst>
    <dgm:cxn modelId="{09B0E526-4C7B-4B3C-9270-3A03DCD74F3D}" srcId="{56F49747-837C-4992-A5B6-16E469C2942C}" destId="{F52DBD87-A882-42B5-A5A0-4042EAADDCD6}" srcOrd="2" destOrd="0" parTransId="{29EAC663-26B5-49A4-B71F-7678DABF9478}" sibTransId="{6186ADD2-34FC-403E-89F4-E1B04339DA54}"/>
    <dgm:cxn modelId="{CF43DF39-FA96-4024-85B3-2382FB6C61D9}" type="presOf" srcId="{72B0A849-FA08-4880-BE45-8CA63C132844}" destId="{7EF15F0D-B27B-463D-96AB-43B9616D9174}" srcOrd="0" destOrd="0" presId="urn:microsoft.com/office/officeart/2018/2/layout/IconLabelList"/>
    <dgm:cxn modelId="{AED8084A-7362-441C-B06F-874BB51FC74E}" type="presOf" srcId="{F52DBD87-A882-42B5-A5A0-4042EAADDCD6}" destId="{FBEBEDC4-E9FC-4074-B475-E11CD575F606}" srcOrd="0" destOrd="0" presId="urn:microsoft.com/office/officeart/2018/2/layout/IconLabelList"/>
    <dgm:cxn modelId="{7ABACF6F-AA11-4F23-8D43-F16A0AE65F4E}" srcId="{56F49747-837C-4992-A5B6-16E469C2942C}" destId="{72B0A849-FA08-4880-BE45-8CA63C132844}" srcOrd="1" destOrd="0" parTransId="{859C3EC6-A56C-430A-B79D-CC19B14D7404}" sibTransId="{179524EF-75E4-408B-BBF6-36CCFBA475E5}"/>
    <dgm:cxn modelId="{82582C8A-3160-430C-8411-F84D8E58DF56}" type="presOf" srcId="{56F49747-837C-4992-A5B6-16E469C2942C}" destId="{4909FC80-DF96-4726-8E54-4623B3E20C2E}" srcOrd="0" destOrd="0" presId="urn:microsoft.com/office/officeart/2018/2/layout/IconLabelList"/>
    <dgm:cxn modelId="{1F2E4E8C-1E29-4018-8A59-1F605A7D1DB5}" type="presOf" srcId="{1497F627-D69E-43AA-A332-3B896F527080}" destId="{01EB342B-156B-47AC-B410-D7F6F1D3076E}" srcOrd="0" destOrd="0" presId="urn:microsoft.com/office/officeart/2018/2/layout/IconLabelList"/>
    <dgm:cxn modelId="{9C203F91-BB31-4C52-84FD-FE0C1AE8714E}" srcId="{56F49747-837C-4992-A5B6-16E469C2942C}" destId="{46E06100-00EC-4216-BB42-A500572AC246}" srcOrd="0" destOrd="0" parTransId="{25D44630-C2B0-4B06-969E-7CB331C5D732}" sibTransId="{5347EF1A-8D46-4337-A6DB-87AA9C00B422}"/>
    <dgm:cxn modelId="{2E29ED9B-B456-4FDC-AB1A-A1594E5172A6}" srcId="{56F49747-837C-4992-A5B6-16E469C2942C}" destId="{1497F627-D69E-43AA-A332-3B896F527080}" srcOrd="3" destOrd="0" parTransId="{52AAEF15-0679-4C52-ABFB-29313F9514D9}" sibTransId="{B950051B-1B66-40B2-8859-6C4E286732CE}"/>
    <dgm:cxn modelId="{099DB3DB-5289-4140-8181-E3B955BDC639}" type="presOf" srcId="{46E06100-00EC-4216-BB42-A500572AC246}" destId="{4D0482BB-D9B2-4CB6-85B9-B83AF1794D49}" srcOrd="0" destOrd="0" presId="urn:microsoft.com/office/officeart/2018/2/layout/IconLabelList"/>
    <dgm:cxn modelId="{FA9A4BA8-EC7D-4EAE-A55D-C9985A07530A}" type="presParOf" srcId="{4909FC80-DF96-4726-8E54-4623B3E20C2E}" destId="{8449C098-3096-47FB-A012-A9D411DAFCC2}" srcOrd="0" destOrd="0" presId="urn:microsoft.com/office/officeart/2018/2/layout/IconLabelList"/>
    <dgm:cxn modelId="{0FE22DA6-0DD1-46CE-A761-E8CF195D8E83}" type="presParOf" srcId="{8449C098-3096-47FB-A012-A9D411DAFCC2}" destId="{E46137AD-BB4D-4335-8F66-8E5353D42B1F}" srcOrd="0" destOrd="0" presId="urn:microsoft.com/office/officeart/2018/2/layout/IconLabelList"/>
    <dgm:cxn modelId="{764BC3BE-AAEB-4126-A5A6-DE64718D7D01}" type="presParOf" srcId="{8449C098-3096-47FB-A012-A9D411DAFCC2}" destId="{96109DF0-7D01-4C21-B8B0-89FA8BEA9A31}" srcOrd="1" destOrd="0" presId="urn:microsoft.com/office/officeart/2018/2/layout/IconLabelList"/>
    <dgm:cxn modelId="{D1B463FF-C430-4AA2-815F-A20CAD5DED83}" type="presParOf" srcId="{8449C098-3096-47FB-A012-A9D411DAFCC2}" destId="{4D0482BB-D9B2-4CB6-85B9-B83AF1794D49}" srcOrd="2" destOrd="0" presId="urn:microsoft.com/office/officeart/2018/2/layout/IconLabelList"/>
    <dgm:cxn modelId="{3DE2F400-5890-49FE-9E7C-D861BF455E71}" type="presParOf" srcId="{4909FC80-DF96-4726-8E54-4623B3E20C2E}" destId="{077930E8-796E-46AE-96C1-3BA4E8169DB7}" srcOrd="1" destOrd="0" presId="urn:microsoft.com/office/officeart/2018/2/layout/IconLabelList"/>
    <dgm:cxn modelId="{B48B1157-7FD6-4234-A645-8216F4215EBD}" type="presParOf" srcId="{4909FC80-DF96-4726-8E54-4623B3E20C2E}" destId="{9AE5597B-53BF-4E02-BD5D-3098C6E361DE}" srcOrd="2" destOrd="0" presId="urn:microsoft.com/office/officeart/2018/2/layout/IconLabelList"/>
    <dgm:cxn modelId="{57E89262-61DB-41C1-8E02-4BB63C234E0A}" type="presParOf" srcId="{9AE5597B-53BF-4E02-BD5D-3098C6E361DE}" destId="{82A7D66D-1010-481C-B1C5-A7C1C963AA8A}" srcOrd="0" destOrd="0" presId="urn:microsoft.com/office/officeart/2018/2/layout/IconLabelList"/>
    <dgm:cxn modelId="{07D18129-DE8F-4740-83C6-CE5C97D0E7D2}" type="presParOf" srcId="{9AE5597B-53BF-4E02-BD5D-3098C6E361DE}" destId="{F19514F1-F5E3-4029-994A-33E45B08007D}" srcOrd="1" destOrd="0" presId="urn:microsoft.com/office/officeart/2018/2/layout/IconLabelList"/>
    <dgm:cxn modelId="{254C2DC4-4B71-4A13-9980-D2F0FE5B02AB}" type="presParOf" srcId="{9AE5597B-53BF-4E02-BD5D-3098C6E361DE}" destId="{7EF15F0D-B27B-463D-96AB-43B9616D9174}" srcOrd="2" destOrd="0" presId="urn:microsoft.com/office/officeart/2018/2/layout/IconLabelList"/>
    <dgm:cxn modelId="{DC83B426-09A7-40CB-800B-DCA01FF8B755}" type="presParOf" srcId="{4909FC80-DF96-4726-8E54-4623B3E20C2E}" destId="{3B3B62AC-EB8B-436A-BC52-8EE1FF5AAD24}" srcOrd="3" destOrd="0" presId="urn:microsoft.com/office/officeart/2018/2/layout/IconLabelList"/>
    <dgm:cxn modelId="{C8304A8A-1F4B-462F-A3B5-7DBB77FFF19F}" type="presParOf" srcId="{4909FC80-DF96-4726-8E54-4623B3E20C2E}" destId="{6FA195A2-3179-4D33-8399-A2663E7731CF}" srcOrd="4" destOrd="0" presId="urn:microsoft.com/office/officeart/2018/2/layout/IconLabelList"/>
    <dgm:cxn modelId="{9CF68892-74A6-4A62-BC1E-A66AD9CEFCEF}" type="presParOf" srcId="{6FA195A2-3179-4D33-8399-A2663E7731CF}" destId="{417AFD37-31B0-4348-BC6F-D8D310351BD2}" srcOrd="0" destOrd="0" presId="urn:microsoft.com/office/officeart/2018/2/layout/IconLabelList"/>
    <dgm:cxn modelId="{B6DAC2AC-32CE-4190-9C9D-3C8E772C5691}" type="presParOf" srcId="{6FA195A2-3179-4D33-8399-A2663E7731CF}" destId="{5F6180A8-2F47-499D-9787-6F945EDE1A36}" srcOrd="1" destOrd="0" presId="urn:microsoft.com/office/officeart/2018/2/layout/IconLabelList"/>
    <dgm:cxn modelId="{CAFD8C00-80FE-4565-8A22-C77CCCE11BA0}" type="presParOf" srcId="{6FA195A2-3179-4D33-8399-A2663E7731CF}" destId="{FBEBEDC4-E9FC-4074-B475-E11CD575F606}" srcOrd="2" destOrd="0" presId="urn:microsoft.com/office/officeart/2018/2/layout/IconLabelList"/>
    <dgm:cxn modelId="{A1AEDE93-DF9A-4F2C-842A-8334B57DC2F1}" type="presParOf" srcId="{4909FC80-DF96-4726-8E54-4623B3E20C2E}" destId="{AC588E1F-CA21-436D-83BD-20A456F21590}" srcOrd="5" destOrd="0" presId="urn:microsoft.com/office/officeart/2018/2/layout/IconLabelList"/>
    <dgm:cxn modelId="{6BF2BD04-6ADC-4FE6-B450-3E60F4758ADD}" type="presParOf" srcId="{4909FC80-DF96-4726-8E54-4623B3E20C2E}" destId="{4A8FA2CD-B335-4F75-B603-2EF207BAB4B5}" srcOrd="6" destOrd="0" presId="urn:microsoft.com/office/officeart/2018/2/layout/IconLabelList"/>
    <dgm:cxn modelId="{46701A36-2693-4B2E-A0EE-819A819E2D87}" type="presParOf" srcId="{4A8FA2CD-B335-4F75-B603-2EF207BAB4B5}" destId="{096B4FF5-9A85-49B6-A86D-06EC2581E19C}" srcOrd="0" destOrd="0" presId="urn:microsoft.com/office/officeart/2018/2/layout/IconLabelList"/>
    <dgm:cxn modelId="{AB0AC685-783B-4C0A-81F9-F0F951335B56}" type="presParOf" srcId="{4A8FA2CD-B335-4F75-B603-2EF207BAB4B5}" destId="{9709CEC7-A00F-47D7-A053-EDA42F747868}" srcOrd="1" destOrd="0" presId="urn:microsoft.com/office/officeart/2018/2/layout/IconLabelList"/>
    <dgm:cxn modelId="{0F1BAF64-F5AD-45C4-AD8F-5F012D149AE1}" type="presParOf" srcId="{4A8FA2CD-B335-4F75-B603-2EF207BAB4B5}" destId="{01EB342B-156B-47AC-B410-D7F6F1D3076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80EB26-2622-4203-A86A-891547696E84}">
      <dsp:nvSpPr>
        <dsp:cNvPr id="0" name=""/>
        <dsp:cNvSpPr/>
      </dsp:nvSpPr>
      <dsp:spPr>
        <a:xfrm>
          <a:off x="684019" y="702226"/>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192437-7A93-4FD1-985F-F42A19351441}">
      <dsp:nvSpPr>
        <dsp:cNvPr id="0" name=""/>
        <dsp:cNvSpPr/>
      </dsp:nvSpPr>
      <dsp:spPr>
        <a:xfrm>
          <a:off x="855675" y="98102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F8421-6549-4653-8867-0F7A2232E901}">
      <dsp:nvSpPr>
        <dsp:cNvPr id="0" name=""/>
        <dsp:cNvSpPr/>
      </dsp:nvSpPr>
      <dsp:spPr>
        <a:xfrm>
          <a:off x="270675" y="2187024"/>
          <a:ext cx="180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IN" sz="1800" b="1" kern="1200" dirty="0"/>
            <a:t>Content Extraction</a:t>
          </a:r>
          <a:r>
            <a:rPr lang="en-IN" sz="1800" kern="1200" dirty="0"/>
            <a:t>: Extract audio from YouTube videos using </a:t>
          </a:r>
          <a:r>
            <a:rPr lang="en-IN" sz="1800" kern="1200" dirty="0" err="1"/>
            <a:t>pytube</a:t>
          </a:r>
          <a:endParaRPr lang="en-US" sz="1800" kern="1200" dirty="0"/>
        </a:p>
      </dsp:txBody>
      <dsp:txXfrm>
        <a:off x="270675" y="2187024"/>
        <a:ext cx="1800000" cy="1530000"/>
      </dsp:txXfrm>
    </dsp:sp>
    <dsp:sp modelId="{BF75A213-B5A9-4CD1-85EA-1E275388E7C9}">
      <dsp:nvSpPr>
        <dsp:cNvPr id="0" name=""/>
        <dsp:cNvSpPr/>
      </dsp:nvSpPr>
      <dsp:spPr>
        <a:xfrm>
          <a:off x="2747062" y="702226"/>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E22C55-2EF6-419E-B9FB-5D9C49631CC1}">
      <dsp:nvSpPr>
        <dsp:cNvPr id="0" name=""/>
        <dsp:cNvSpPr/>
      </dsp:nvSpPr>
      <dsp:spPr>
        <a:xfrm>
          <a:off x="2960280" y="1012203"/>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73F771-3E04-49EE-BE15-23A4BFBA8BDD}">
      <dsp:nvSpPr>
        <dsp:cNvPr id="0" name=""/>
        <dsp:cNvSpPr/>
      </dsp:nvSpPr>
      <dsp:spPr>
        <a:xfrm>
          <a:off x="2385675" y="2187024"/>
          <a:ext cx="180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IN" sz="1800" b="1" kern="1200" dirty="0"/>
            <a:t>Transcription</a:t>
          </a:r>
          <a:r>
            <a:rPr lang="en-IN" sz="1800" kern="1200" dirty="0"/>
            <a:t>: Convert audio to text using Whisper</a:t>
          </a:r>
          <a:endParaRPr lang="en-US" sz="1800" kern="1200" dirty="0"/>
        </a:p>
      </dsp:txBody>
      <dsp:txXfrm>
        <a:off x="2385675" y="2187024"/>
        <a:ext cx="1800000" cy="1530000"/>
      </dsp:txXfrm>
    </dsp:sp>
    <dsp:sp modelId="{C9946791-6C7C-42DF-9BFD-0CC30AC0480C}">
      <dsp:nvSpPr>
        <dsp:cNvPr id="0" name=""/>
        <dsp:cNvSpPr/>
      </dsp:nvSpPr>
      <dsp:spPr>
        <a:xfrm>
          <a:off x="4851675" y="702226"/>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B08606-8D78-4C60-AEC0-3EFE3BCA32FB}">
      <dsp:nvSpPr>
        <dsp:cNvPr id="0" name=""/>
        <dsp:cNvSpPr/>
      </dsp:nvSpPr>
      <dsp:spPr>
        <a:xfrm>
          <a:off x="5085675" y="981024"/>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85731C-1762-49ED-B6DE-1D4452724E09}">
      <dsp:nvSpPr>
        <dsp:cNvPr id="0" name=""/>
        <dsp:cNvSpPr/>
      </dsp:nvSpPr>
      <dsp:spPr>
        <a:xfrm>
          <a:off x="4500675" y="2187024"/>
          <a:ext cx="180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IN" sz="1800" b="1" kern="1200" dirty="0"/>
            <a:t>Chunking</a:t>
          </a:r>
          <a:r>
            <a:rPr lang="en-IN" sz="1800" kern="1200" dirty="0"/>
            <a:t>: Split long transcriptions into manageable chunks</a:t>
          </a:r>
          <a:endParaRPr lang="en-US" sz="1800" kern="1200" dirty="0"/>
        </a:p>
      </dsp:txBody>
      <dsp:txXfrm>
        <a:off x="4500675" y="2187024"/>
        <a:ext cx="1800000" cy="1530000"/>
      </dsp:txXfrm>
    </dsp:sp>
    <dsp:sp modelId="{C0A99E3D-AC40-456F-B819-8C970FAC99E5}">
      <dsp:nvSpPr>
        <dsp:cNvPr id="0" name=""/>
        <dsp:cNvSpPr/>
      </dsp:nvSpPr>
      <dsp:spPr>
        <a:xfrm>
          <a:off x="6966675" y="702226"/>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32A67A-4ED7-4613-8A68-699720DE15E6}">
      <dsp:nvSpPr>
        <dsp:cNvPr id="0" name=""/>
        <dsp:cNvSpPr/>
      </dsp:nvSpPr>
      <dsp:spPr>
        <a:xfrm>
          <a:off x="7200675" y="981024"/>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646735-A27D-4345-9095-A72167382AD1}">
      <dsp:nvSpPr>
        <dsp:cNvPr id="0" name=""/>
        <dsp:cNvSpPr/>
      </dsp:nvSpPr>
      <dsp:spPr>
        <a:xfrm>
          <a:off x="6615675" y="2187024"/>
          <a:ext cx="180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IN" sz="1800" b="1" kern="1200" dirty="0"/>
            <a:t>Embedding</a:t>
          </a:r>
          <a:r>
            <a:rPr lang="en-IN" sz="1800" kern="1200" dirty="0"/>
            <a:t>: Convert text chunks to vector embeddings</a:t>
          </a:r>
          <a:endParaRPr lang="en-US" sz="1800" kern="1200" dirty="0"/>
        </a:p>
      </dsp:txBody>
      <dsp:txXfrm>
        <a:off x="6615675" y="2187024"/>
        <a:ext cx="1800000" cy="1530000"/>
      </dsp:txXfrm>
    </dsp:sp>
    <dsp:sp modelId="{0B8B909E-959B-4506-A27E-DFC86266D7EF}">
      <dsp:nvSpPr>
        <dsp:cNvPr id="0" name=""/>
        <dsp:cNvSpPr/>
      </dsp:nvSpPr>
      <dsp:spPr>
        <a:xfrm>
          <a:off x="9071287" y="702226"/>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CECD18-FC9A-4073-9773-0F6B39104B81}">
      <dsp:nvSpPr>
        <dsp:cNvPr id="0" name=""/>
        <dsp:cNvSpPr/>
      </dsp:nvSpPr>
      <dsp:spPr>
        <a:xfrm>
          <a:off x="9315675" y="981024"/>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D61447-DECE-4259-BD74-1A6C944A57B1}">
      <dsp:nvSpPr>
        <dsp:cNvPr id="0" name=""/>
        <dsp:cNvSpPr/>
      </dsp:nvSpPr>
      <dsp:spPr>
        <a:xfrm>
          <a:off x="8730675" y="2187024"/>
          <a:ext cx="180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IN" sz="1800" b="1" kern="1200" dirty="0"/>
            <a:t>Storage</a:t>
          </a:r>
          <a:r>
            <a:rPr lang="en-IN" sz="1800" kern="1200" dirty="0"/>
            <a:t>: Store in vector database for retrieval</a:t>
          </a:r>
          <a:endParaRPr lang="en-US" sz="1800" kern="1200" dirty="0"/>
        </a:p>
      </dsp:txBody>
      <dsp:txXfrm>
        <a:off x="8730675" y="2187024"/>
        <a:ext cx="1800000" cy="153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4CDD29-ECC6-1C4C-B9EE-F9EB53A962AB}">
      <dsp:nvSpPr>
        <dsp:cNvPr id="0" name=""/>
        <dsp:cNvSpPr/>
      </dsp:nvSpPr>
      <dsp:spPr>
        <a:xfrm>
          <a:off x="0" y="2179"/>
          <a:ext cx="1080135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B7C03C-37FE-CC4F-BB7B-E798579BAE8A}">
      <dsp:nvSpPr>
        <dsp:cNvPr id="0" name=""/>
        <dsp:cNvSpPr/>
      </dsp:nvSpPr>
      <dsp:spPr>
        <a:xfrm>
          <a:off x="0" y="2179"/>
          <a:ext cx="10801351" cy="74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t>Document Processing</a:t>
          </a:r>
          <a:r>
            <a:rPr lang="en-IN" sz="2400" kern="1200" dirty="0"/>
            <a:t>: </a:t>
          </a:r>
          <a:r>
            <a:rPr lang="en-IN" sz="2400" kern="1200" dirty="0" err="1"/>
            <a:t>PyMuPDF</a:t>
          </a:r>
          <a:r>
            <a:rPr lang="en-IN" sz="2400" kern="1200" dirty="0"/>
            <a:t>, Unstructured.io</a:t>
          </a:r>
          <a:endParaRPr lang="en-US" sz="2400" kern="1200" dirty="0"/>
        </a:p>
      </dsp:txBody>
      <dsp:txXfrm>
        <a:off x="0" y="2179"/>
        <a:ext cx="10801351" cy="743281"/>
      </dsp:txXfrm>
    </dsp:sp>
    <dsp:sp modelId="{D14C78E3-1661-F54D-95EA-065832794212}">
      <dsp:nvSpPr>
        <dsp:cNvPr id="0" name=""/>
        <dsp:cNvSpPr/>
      </dsp:nvSpPr>
      <dsp:spPr>
        <a:xfrm>
          <a:off x="0" y="745461"/>
          <a:ext cx="10801351" cy="0"/>
        </a:xfrm>
        <a:prstGeom prst="line">
          <a:avLst/>
        </a:prstGeom>
        <a:solidFill>
          <a:schemeClr val="accent2">
            <a:hueOff val="2285765"/>
            <a:satOff val="-12418"/>
            <a:lumOff val="-4392"/>
            <a:alphaOff val="0"/>
          </a:schemeClr>
        </a:solidFill>
        <a:ln w="12700" cap="flat" cmpd="sng" algn="ctr">
          <a:solidFill>
            <a:schemeClr val="accent2">
              <a:hueOff val="2285765"/>
              <a:satOff val="-12418"/>
              <a:lumOff val="-4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3CD155-691E-DD4C-9270-63BFCFED4921}">
      <dsp:nvSpPr>
        <dsp:cNvPr id="0" name=""/>
        <dsp:cNvSpPr/>
      </dsp:nvSpPr>
      <dsp:spPr>
        <a:xfrm>
          <a:off x="0" y="745461"/>
          <a:ext cx="10801351" cy="74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t>Image Understanding</a:t>
          </a:r>
          <a:r>
            <a:rPr lang="en-IN" sz="2400" kern="1200" dirty="0"/>
            <a:t>: CLIP, GPT-4V, </a:t>
          </a:r>
          <a:r>
            <a:rPr lang="en-IN" sz="2400" kern="1200" dirty="0" err="1"/>
            <a:t>LLaVA</a:t>
          </a:r>
          <a:r>
            <a:rPr lang="en-IN" sz="2400" kern="1200" dirty="0"/>
            <a:t>, Gemini Vision</a:t>
          </a:r>
          <a:endParaRPr lang="en-US" sz="2400" kern="1200" dirty="0"/>
        </a:p>
      </dsp:txBody>
      <dsp:txXfrm>
        <a:off x="0" y="745461"/>
        <a:ext cx="10801351" cy="743281"/>
      </dsp:txXfrm>
    </dsp:sp>
    <dsp:sp modelId="{061435F9-C672-C14E-A5E1-864439EFEC01}">
      <dsp:nvSpPr>
        <dsp:cNvPr id="0" name=""/>
        <dsp:cNvSpPr/>
      </dsp:nvSpPr>
      <dsp:spPr>
        <a:xfrm>
          <a:off x="0" y="1488743"/>
          <a:ext cx="10801351" cy="0"/>
        </a:xfrm>
        <a:prstGeom prst="line">
          <a:avLst/>
        </a:prstGeom>
        <a:solidFill>
          <a:schemeClr val="accent2">
            <a:hueOff val="4571531"/>
            <a:satOff val="-24836"/>
            <a:lumOff val="-8784"/>
            <a:alphaOff val="0"/>
          </a:schemeClr>
        </a:solidFill>
        <a:ln w="12700" cap="flat" cmpd="sng" algn="ctr">
          <a:solidFill>
            <a:schemeClr val="accent2">
              <a:hueOff val="4571531"/>
              <a:satOff val="-24836"/>
              <a:lumOff val="-8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841CAC-5E3D-644C-81C7-A2965228E2B5}">
      <dsp:nvSpPr>
        <dsp:cNvPr id="0" name=""/>
        <dsp:cNvSpPr/>
      </dsp:nvSpPr>
      <dsp:spPr>
        <a:xfrm>
          <a:off x="0" y="1488743"/>
          <a:ext cx="10801351" cy="74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t>Audio Processing</a:t>
          </a:r>
          <a:r>
            <a:rPr lang="en-IN" sz="2400" kern="1200" dirty="0"/>
            <a:t>: Whisper, </a:t>
          </a:r>
          <a:r>
            <a:rPr lang="en-IN" sz="2400" kern="1200" dirty="0" err="1"/>
            <a:t>pytube</a:t>
          </a:r>
          <a:endParaRPr lang="en-US" sz="2400" kern="1200" dirty="0"/>
        </a:p>
      </dsp:txBody>
      <dsp:txXfrm>
        <a:off x="0" y="1488743"/>
        <a:ext cx="10801351" cy="743281"/>
      </dsp:txXfrm>
    </dsp:sp>
    <dsp:sp modelId="{0D9B218C-446C-1240-8274-2971C5036C4D}">
      <dsp:nvSpPr>
        <dsp:cNvPr id="0" name=""/>
        <dsp:cNvSpPr/>
      </dsp:nvSpPr>
      <dsp:spPr>
        <a:xfrm>
          <a:off x="0" y="2232025"/>
          <a:ext cx="10801351" cy="0"/>
        </a:xfrm>
        <a:prstGeom prst="line">
          <a:avLst/>
        </a:prstGeom>
        <a:solidFill>
          <a:schemeClr val="accent2">
            <a:hueOff val="6857296"/>
            <a:satOff val="-37255"/>
            <a:lumOff val="-13176"/>
            <a:alphaOff val="0"/>
          </a:schemeClr>
        </a:solidFill>
        <a:ln w="12700" cap="flat" cmpd="sng" algn="ctr">
          <a:solidFill>
            <a:schemeClr val="accent2">
              <a:hueOff val="6857296"/>
              <a:satOff val="-37255"/>
              <a:lumOff val="-13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C1ED75-CC4B-6647-8F99-05279BC1697F}">
      <dsp:nvSpPr>
        <dsp:cNvPr id="0" name=""/>
        <dsp:cNvSpPr/>
      </dsp:nvSpPr>
      <dsp:spPr>
        <a:xfrm>
          <a:off x="0" y="2232025"/>
          <a:ext cx="10801351" cy="74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t>Vector Storage</a:t>
          </a:r>
          <a:r>
            <a:rPr lang="en-IN" sz="2400" kern="1200" dirty="0"/>
            <a:t>: Chroma, Pinecone, Milvus</a:t>
          </a:r>
          <a:endParaRPr lang="en-US" sz="2400" kern="1200" dirty="0"/>
        </a:p>
      </dsp:txBody>
      <dsp:txXfrm>
        <a:off x="0" y="2232025"/>
        <a:ext cx="10801351" cy="743281"/>
      </dsp:txXfrm>
    </dsp:sp>
    <dsp:sp modelId="{9B744FF0-FC96-D441-90B8-82B7BB7B41AC}">
      <dsp:nvSpPr>
        <dsp:cNvPr id="0" name=""/>
        <dsp:cNvSpPr/>
      </dsp:nvSpPr>
      <dsp:spPr>
        <a:xfrm>
          <a:off x="0" y="2975306"/>
          <a:ext cx="10801351" cy="0"/>
        </a:xfrm>
        <a:prstGeom prst="line">
          <a:avLst/>
        </a:prstGeom>
        <a:solidFill>
          <a:schemeClr val="accent2">
            <a:hueOff val="9143061"/>
            <a:satOff val="-49673"/>
            <a:lumOff val="-17568"/>
            <a:alphaOff val="0"/>
          </a:schemeClr>
        </a:solidFill>
        <a:ln w="12700" cap="flat" cmpd="sng" algn="ctr">
          <a:solidFill>
            <a:schemeClr val="accent2">
              <a:hueOff val="9143061"/>
              <a:satOff val="-49673"/>
              <a:lumOff val="-175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5F6E0D-8B71-E443-9D1B-EE496E825E89}">
      <dsp:nvSpPr>
        <dsp:cNvPr id="0" name=""/>
        <dsp:cNvSpPr/>
      </dsp:nvSpPr>
      <dsp:spPr>
        <a:xfrm>
          <a:off x="0" y="2975306"/>
          <a:ext cx="10801351" cy="74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t>Orchestration</a:t>
          </a:r>
          <a:r>
            <a:rPr lang="en-IN" sz="2400" kern="1200" dirty="0"/>
            <a:t>: </a:t>
          </a:r>
          <a:r>
            <a:rPr lang="en-IN" sz="2400" kern="1200" dirty="0" err="1"/>
            <a:t>LangChain</a:t>
          </a:r>
          <a:r>
            <a:rPr lang="en-IN" sz="2400" kern="1200" dirty="0"/>
            <a:t>, </a:t>
          </a:r>
          <a:r>
            <a:rPr lang="en-IN" sz="2400" kern="1200" dirty="0" err="1"/>
            <a:t>LlamaIndex</a:t>
          </a:r>
          <a:endParaRPr lang="en-US" sz="2400" kern="1200" dirty="0"/>
        </a:p>
      </dsp:txBody>
      <dsp:txXfrm>
        <a:off x="0" y="2975306"/>
        <a:ext cx="10801351" cy="743281"/>
      </dsp:txXfrm>
    </dsp:sp>
    <dsp:sp modelId="{4BF7E5F6-5E37-4647-908B-11E4808A59FF}">
      <dsp:nvSpPr>
        <dsp:cNvPr id="0" name=""/>
        <dsp:cNvSpPr/>
      </dsp:nvSpPr>
      <dsp:spPr>
        <a:xfrm>
          <a:off x="0" y="3718588"/>
          <a:ext cx="10801351" cy="0"/>
        </a:xfrm>
        <a:prstGeom prst="line">
          <a:avLst/>
        </a:prstGeom>
        <a:solidFill>
          <a:schemeClr val="accent2">
            <a:hueOff val="11428826"/>
            <a:satOff val="-62091"/>
            <a:lumOff val="-21960"/>
            <a:alphaOff val="0"/>
          </a:schemeClr>
        </a:solidFill>
        <a:ln w="12700" cap="flat" cmpd="sng" algn="ctr">
          <a:solidFill>
            <a:schemeClr val="accent2">
              <a:hueOff val="11428826"/>
              <a:satOff val="-62091"/>
              <a:lumOff val="-219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58BDE1-2204-C444-A842-AE980B9A014B}">
      <dsp:nvSpPr>
        <dsp:cNvPr id="0" name=""/>
        <dsp:cNvSpPr/>
      </dsp:nvSpPr>
      <dsp:spPr>
        <a:xfrm>
          <a:off x="0" y="3718588"/>
          <a:ext cx="10801351" cy="74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b="1" kern="1200" dirty="0"/>
            <a:t>LLMs</a:t>
          </a:r>
          <a:r>
            <a:rPr lang="en-IN" sz="2400" kern="1200" dirty="0"/>
            <a:t>: GPT-4o, Gemini 1.5, Claude 3.5 Sonnet</a:t>
          </a:r>
          <a:endParaRPr lang="en-US" sz="2400" kern="1200" dirty="0"/>
        </a:p>
      </dsp:txBody>
      <dsp:txXfrm>
        <a:off x="0" y="3718588"/>
        <a:ext cx="10801351" cy="7432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7283C-7452-8A43-B693-9C1D74161E94}">
      <dsp:nvSpPr>
        <dsp:cNvPr id="0" name=""/>
        <dsp:cNvSpPr/>
      </dsp:nvSpPr>
      <dsp:spPr>
        <a:xfrm>
          <a:off x="10380" y="900990"/>
          <a:ext cx="2027890" cy="243346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310" tIns="0" rIns="200310" bIns="330200" numCol="1" spcCol="1270" anchor="t" anchorCtr="0">
          <a:noAutofit/>
        </a:bodyPr>
        <a:lstStyle/>
        <a:p>
          <a:pPr marL="0" lvl="0" indent="0" algn="l" defTabSz="800100">
            <a:lnSpc>
              <a:spcPct val="90000"/>
            </a:lnSpc>
            <a:spcBef>
              <a:spcPct val="0"/>
            </a:spcBef>
            <a:spcAft>
              <a:spcPct val="35000"/>
            </a:spcAft>
            <a:buNone/>
          </a:pPr>
          <a:r>
            <a:rPr lang="en-IN" sz="1800" b="1" kern="1200" dirty="0"/>
            <a:t>Chunk Optimization</a:t>
          </a:r>
          <a:r>
            <a:rPr lang="en-IN" sz="1800" kern="1200" dirty="0"/>
            <a:t>: Different strategies for text vs. visual content</a:t>
          </a:r>
          <a:endParaRPr lang="en-US" sz="1800" kern="1200" dirty="0"/>
        </a:p>
      </dsp:txBody>
      <dsp:txXfrm>
        <a:off x="10380" y="1874378"/>
        <a:ext cx="2027890" cy="1460080"/>
      </dsp:txXfrm>
    </dsp:sp>
    <dsp:sp modelId="{13A0BCCF-0E75-FD46-A64A-8A343175F299}">
      <dsp:nvSpPr>
        <dsp:cNvPr id="0" name=""/>
        <dsp:cNvSpPr/>
      </dsp:nvSpPr>
      <dsp:spPr>
        <a:xfrm>
          <a:off x="6487" y="1015290"/>
          <a:ext cx="2027890" cy="9733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0310" tIns="165100" rIns="200310" bIns="165100" numCol="1" spcCol="1270" anchor="ctr" anchorCtr="0">
          <a:noAutofit/>
        </a:bodyPr>
        <a:lstStyle/>
        <a:p>
          <a:pPr marL="0" lvl="0" indent="0" algn="l" defTabSz="2044700">
            <a:lnSpc>
              <a:spcPct val="90000"/>
            </a:lnSpc>
            <a:spcBef>
              <a:spcPct val="0"/>
            </a:spcBef>
            <a:spcAft>
              <a:spcPct val="35000"/>
            </a:spcAft>
            <a:buNone/>
          </a:pPr>
          <a:r>
            <a:rPr lang="en-US" sz="4600" kern="1200"/>
            <a:t>01</a:t>
          </a:r>
        </a:p>
      </dsp:txBody>
      <dsp:txXfrm>
        <a:off x="6487" y="1015290"/>
        <a:ext cx="2027890" cy="973387"/>
      </dsp:txXfrm>
    </dsp:sp>
    <dsp:sp modelId="{44F5770C-83E0-1C4F-81E1-6A45920B9407}">
      <dsp:nvSpPr>
        <dsp:cNvPr id="0" name=""/>
        <dsp:cNvSpPr/>
      </dsp:nvSpPr>
      <dsp:spPr>
        <a:xfrm>
          <a:off x="2196608" y="890599"/>
          <a:ext cx="2027890" cy="2433468"/>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310" tIns="0" rIns="200310" bIns="330200" numCol="1" spcCol="1270" anchor="t" anchorCtr="0">
          <a:noAutofit/>
        </a:bodyPr>
        <a:lstStyle/>
        <a:p>
          <a:pPr marL="0" lvl="0" indent="0" algn="l" defTabSz="800100">
            <a:lnSpc>
              <a:spcPct val="90000"/>
            </a:lnSpc>
            <a:spcBef>
              <a:spcPct val="0"/>
            </a:spcBef>
            <a:spcAft>
              <a:spcPct val="35000"/>
            </a:spcAft>
            <a:buNone/>
          </a:pPr>
          <a:r>
            <a:rPr lang="en-IN" sz="1800" b="1" kern="1200" dirty="0"/>
            <a:t>Quality Control</a:t>
          </a:r>
          <a:r>
            <a:rPr lang="en-IN" sz="1800" kern="1200" dirty="0"/>
            <a:t>: Validate image descriptions and transcriptions</a:t>
          </a:r>
          <a:endParaRPr lang="en-US" sz="1800" kern="1200" dirty="0"/>
        </a:p>
      </dsp:txBody>
      <dsp:txXfrm>
        <a:off x="2196608" y="1863987"/>
        <a:ext cx="2027890" cy="1460080"/>
      </dsp:txXfrm>
    </dsp:sp>
    <dsp:sp modelId="{AABAAB72-2DA4-0C4F-BD99-477B89F20664}">
      <dsp:nvSpPr>
        <dsp:cNvPr id="0" name=""/>
        <dsp:cNvSpPr/>
      </dsp:nvSpPr>
      <dsp:spPr>
        <a:xfrm>
          <a:off x="2196608" y="1015290"/>
          <a:ext cx="2027890" cy="9733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0310" tIns="165100" rIns="200310" bIns="165100" numCol="1" spcCol="1270" anchor="ctr" anchorCtr="0">
          <a:noAutofit/>
        </a:bodyPr>
        <a:lstStyle/>
        <a:p>
          <a:pPr marL="0" lvl="0" indent="0" algn="l" defTabSz="2044700">
            <a:lnSpc>
              <a:spcPct val="90000"/>
            </a:lnSpc>
            <a:spcBef>
              <a:spcPct val="0"/>
            </a:spcBef>
            <a:spcAft>
              <a:spcPct val="35000"/>
            </a:spcAft>
            <a:buNone/>
          </a:pPr>
          <a:r>
            <a:rPr lang="en-US" sz="4600" kern="1200"/>
            <a:t>02</a:t>
          </a:r>
        </a:p>
      </dsp:txBody>
      <dsp:txXfrm>
        <a:off x="2196608" y="1015290"/>
        <a:ext cx="2027890" cy="973387"/>
      </dsp:txXfrm>
    </dsp:sp>
    <dsp:sp modelId="{60527857-8EF7-4940-8667-51D0B7189EBE}">
      <dsp:nvSpPr>
        <dsp:cNvPr id="0" name=""/>
        <dsp:cNvSpPr/>
      </dsp:nvSpPr>
      <dsp:spPr>
        <a:xfrm>
          <a:off x="4386729" y="900990"/>
          <a:ext cx="2027890" cy="243346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310" tIns="0" rIns="200310" bIns="330200" numCol="1" spcCol="1270" anchor="t" anchorCtr="0">
          <a:noAutofit/>
        </a:bodyPr>
        <a:lstStyle/>
        <a:p>
          <a:pPr marL="0" lvl="0" indent="0" algn="l" defTabSz="755650">
            <a:lnSpc>
              <a:spcPct val="90000"/>
            </a:lnSpc>
            <a:spcBef>
              <a:spcPct val="0"/>
            </a:spcBef>
            <a:spcAft>
              <a:spcPct val="35000"/>
            </a:spcAft>
            <a:buNone/>
          </a:pPr>
          <a:r>
            <a:rPr lang="en-IN" sz="1700" b="1" kern="1200" dirty="0"/>
            <a:t>Context Management</a:t>
          </a:r>
          <a:r>
            <a:rPr lang="en-IN" sz="1700" kern="1200" dirty="0"/>
            <a:t>: Balance between comprehensive context and token limits</a:t>
          </a:r>
          <a:endParaRPr lang="en-US" sz="1700" kern="1200" dirty="0"/>
        </a:p>
      </dsp:txBody>
      <dsp:txXfrm>
        <a:off x="4386729" y="1874378"/>
        <a:ext cx="2027890" cy="1460080"/>
      </dsp:txXfrm>
    </dsp:sp>
    <dsp:sp modelId="{89BA1E55-3B96-564F-AAC3-CE362DAFEA62}">
      <dsp:nvSpPr>
        <dsp:cNvPr id="0" name=""/>
        <dsp:cNvSpPr/>
      </dsp:nvSpPr>
      <dsp:spPr>
        <a:xfrm>
          <a:off x="4386729" y="1015290"/>
          <a:ext cx="2027890" cy="9733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0310" tIns="165100" rIns="200310" bIns="165100" numCol="1" spcCol="1270" anchor="ctr" anchorCtr="0">
          <a:noAutofit/>
        </a:bodyPr>
        <a:lstStyle/>
        <a:p>
          <a:pPr marL="0" lvl="0" indent="0" algn="l" defTabSz="2044700">
            <a:lnSpc>
              <a:spcPct val="90000"/>
            </a:lnSpc>
            <a:spcBef>
              <a:spcPct val="0"/>
            </a:spcBef>
            <a:spcAft>
              <a:spcPct val="35000"/>
            </a:spcAft>
            <a:buNone/>
          </a:pPr>
          <a:r>
            <a:rPr lang="en-US" sz="4600" kern="1200"/>
            <a:t>03</a:t>
          </a:r>
          <a:endParaRPr lang="en-US" sz="4600" kern="1200" dirty="0"/>
        </a:p>
      </dsp:txBody>
      <dsp:txXfrm>
        <a:off x="4386729" y="1015290"/>
        <a:ext cx="2027890" cy="973387"/>
      </dsp:txXfrm>
    </dsp:sp>
    <dsp:sp modelId="{325BB462-F03C-E24E-96D7-1386477A4B6E}">
      <dsp:nvSpPr>
        <dsp:cNvPr id="0" name=""/>
        <dsp:cNvSpPr/>
      </dsp:nvSpPr>
      <dsp:spPr>
        <a:xfrm>
          <a:off x="6576851" y="900990"/>
          <a:ext cx="2027890" cy="2433468"/>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310" tIns="0" rIns="200310" bIns="330200" numCol="1" spcCol="1270" anchor="t" anchorCtr="0">
          <a:noAutofit/>
        </a:bodyPr>
        <a:lstStyle/>
        <a:p>
          <a:pPr marL="0" lvl="0" indent="0" algn="l" defTabSz="800100">
            <a:lnSpc>
              <a:spcPct val="90000"/>
            </a:lnSpc>
            <a:spcBef>
              <a:spcPct val="0"/>
            </a:spcBef>
            <a:spcAft>
              <a:spcPct val="35000"/>
            </a:spcAft>
            <a:buNone/>
          </a:pPr>
          <a:r>
            <a:rPr lang="en-IN" sz="1800" b="1" kern="1200" dirty="0"/>
            <a:t>Performance</a:t>
          </a:r>
          <a:r>
            <a:rPr lang="en-IN" sz="1800" kern="1200" dirty="0"/>
            <a:t>: Optimize embedding and retrieval for large datasets</a:t>
          </a:r>
          <a:endParaRPr lang="en-US" sz="1800" kern="1200" dirty="0"/>
        </a:p>
      </dsp:txBody>
      <dsp:txXfrm>
        <a:off x="6576851" y="1874378"/>
        <a:ext cx="2027890" cy="1460080"/>
      </dsp:txXfrm>
    </dsp:sp>
    <dsp:sp modelId="{BD878D63-CC90-F542-8F92-D0CBA86F01A9}">
      <dsp:nvSpPr>
        <dsp:cNvPr id="0" name=""/>
        <dsp:cNvSpPr/>
      </dsp:nvSpPr>
      <dsp:spPr>
        <a:xfrm>
          <a:off x="6576851" y="1015290"/>
          <a:ext cx="2027890" cy="9733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0310" tIns="165100" rIns="200310" bIns="165100" numCol="1" spcCol="1270" anchor="ctr" anchorCtr="0">
          <a:noAutofit/>
        </a:bodyPr>
        <a:lstStyle/>
        <a:p>
          <a:pPr marL="0" lvl="0" indent="0" algn="l" defTabSz="2044700">
            <a:lnSpc>
              <a:spcPct val="90000"/>
            </a:lnSpc>
            <a:spcBef>
              <a:spcPct val="0"/>
            </a:spcBef>
            <a:spcAft>
              <a:spcPct val="35000"/>
            </a:spcAft>
            <a:buNone/>
          </a:pPr>
          <a:r>
            <a:rPr lang="en-US" sz="4600" kern="1200" dirty="0"/>
            <a:t>04</a:t>
          </a:r>
        </a:p>
      </dsp:txBody>
      <dsp:txXfrm>
        <a:off x="6576851" y="1015290"/>
        <a:ext cx="2027890" cy="973387"/>
      </dsp:txXfrm>
    </dsp:sp>
    <dsp:sp modelId="{A393EBFD-09C5-CD44-985B-0E6724FE48B5}">
      <dsp:nvSpPr>
        <dsp:cNvPr id="0" name=""/>
        <dsp:cNvSpPr/>
      </dsp:nvSpPr>
      <dsp:spPr>
        <a:xfrm>
          <a:off x="8773459" y="890599"/>
          <a:ext cx="2027890" cy="2433468"/>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310" tIns="0" rIns="200310" bIns="330200" numCol="1" spcCol="1270" anchor="t" anchorCtr="0">
          <a:noAutofit/>
        </a:bodyPr>
        <a:lstStyle/>
        <a:p>
          <a:pPr marL="0" lvl="0" indent="0" algn="l" defTabSz="755650">
            <a:lnSpc>
              <a:spcPct val="90000"/>
            </a:lnSpc>
            <a:spcBef>
              <a:spcPct val="0"/>
            </a:spcBef>
            <a:spcAft>
              <a:spcPct val="35000"/>
            </a:spcAft>
            <a:buNone/>
          </a:pPr>
          <a:r>
            <a:rPr lang="en-IN" sz="1700" b="1" kern="1200" dirty="0"/>
            <a:t>User Experience</a:t>
          </a:r>
          <a:r>
            <a:rPr lang="en-IN" sz="1700" kern="1200" dirty="0"/>
            <a:t>: Clear indication of content source types in responses</a:t>
          </a:r>
          <a:endParaRPr lang="en-US" sz="1700" kern="1200" dirty="0"/>
        </a:p>
      </dsp:txBody>
      <dsp:txXfrm>
        <a:off x="8773459" y="1863987"/>
        <a:ext cx="2027890" cy="1460080"/>
      </dsp:txXfrm>
    </dsp:sp>
    <dsp:sp modelId="{1362601E-15C4-B148-9AD3-731960A89713}">
      <dsp:nvSpPr>
        <dsp:cNvPr id="0" name=""/>
        <dsp:cNvSpPr/>
      </dsp:nvSpPr>
      <dsp:spPr>
        <a:xfrm>
          <a:off x="8766972" y="1015290"/>
          <a:ext cx="2027890" cy="9733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0310" tIns="165100" rIns="200310" bIns="165100" numCol="1" spcCol="1270" anchor="ctr" anchorCtr="0">
          <a:noAutofit/>
        </a:bodyPr>
        <a:lstStyle/>
        <a:p>
          <a:pPr marL="0" lvl="0" indent="0" algn="l" defTabSz="2044700">
            <a:lnSpc>
              <a:spcPct val="90000"/>
            </a:lnSpc>
            <a:spcBef>
              <a:spcPct val="0"/>
            </a:spcBef>
            <a:spcAft>
              <a:spcPct val="35000"/>
            </a:spcAft>
            <a:buNone/>
          </a:pPr>
          <a:r>
            <a:rPr lang="en-US" sz="4600" kern="1200"/>
            <a:t>05</a:t>
          </a:r>
        </a:p>
      </dsp:txBody>
      <dsp:txXfrm>
        <a:off x="8766972" y="1015290"/>
        <a:ext cx="2027890" cy="9733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137AD-BB4D-4335-8F66-8E5353D42B1F}">
      <dsp:nvSpPr>
        <dsp:cNvPr id="0" name=""/>
        <dsp:cNvSpPr/>
      </dsp:nvSpPr>
      <dsp:spPr>
        <a:xfrm>
          <a:off x="705038" y="600748"/>
          <a:ext cx="1063162" cy="10631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0482BB-D9B2-4CB6-85B9-B83AF1794D49}">
      <dsp:nvSpPr>
        <dsp:cNvPr id="0" name=""/>
        <dsp:cNvSpPr/>
      </dsp:nvSpPr>
      <dsp:spPr>
        <a:xfrm>
          <a:off x="55328" y="2153300"/>
          <a:ext cx="2362584" cy="17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b="1" kern="1200" dirty="0"/>
            <a:t>Enterprise Knowledge Base</a:t>
          </a:r>
          <a:r>
            <a:rPr lang="en-IN" sz="2400" kern="1200" dirty="0"/>
            <a:t>: Documents + training videos + charts</a:t>
          </a:r>
          <a:endParaRPr lang="en-US" sz="2400" kern="1200" dirty="0"/>
        </a:p>
      </dsp:txBody>
      <dsp:txXfrm>
        <a:off x="55328" y="2153300"/>
        <a:ext cx="2362584" cy="1710000"/>
      </dsp:txXfrm>
    </dsp:sp>
    <dsp:sp modelId="{82A7D66D-1010-481C-B1C5-A7C1C963AA8A}">
      <dsp:nvSpPr>
        <dsp:cNvPr id="0" name=""/>
        <dsp:cNvSpPr/>
      </dsp:nvSpPr>
      <dsp:spPr>
        <a:xfrm>
          <a:off x="3481075" y="600748"/>
          <a:ext cx="1063162" cy="10631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F15F0D-B27B-463D-96AB-43B9616D9174}">
      <dsp:nvSpPr>
        <dsp:cNvPr id="0" name=""/>
        <dsp:cNvSpPr/>
      </dsp:nvSpPr>
      <dsp:spPr>
        <a:xfrm>
          <a:off x="2831364" y="2153300"/>
          <a:ext cx="2362584" cy="17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b="1" kern="1200" dirty="0"/>
            <a:t>Educational Assistant</a:t>
          </a:r>
          <a:r>
            <a:rPr lang="en-IN" sz="2400" kern="1200" dirty="0"/>
            <a:t>: Textbooks + lecture videos + diagrams</a:t>
          </a:r>
          <a:endParaRPr lang="en-US" sz="2400" kern="1200" dirty="0"/>
        </a:p>
      </dsp:txBody>
      <dsp:txXfrm>
        <a:off x="2831364" y="2153300"/>
        <a:ext cx="2362584" cy="1710000"/>
      </dsp:txXfrm>
    </dsp:sp>
    <dsp:sp modelId="{417AFD37-31B0-4348-BC6F-D8D310351BD2}">
      <dsp:nvSpPr>
        <dsp:cNvPr id="0" name=""/>
        <dsp:cNvSpPr/>
      </dsp:nvSpPr>
      <dsp:spPr>
        <a:xfrm>
          <a:off x="6257112" y="600748"/>
          <a:ext cx="1063162" cy="10631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EBEDC4-E9FC-4074-B475-E11CD575F606}">
      <dsp:nvSpPr>
        <dsp:cNvPr id="0" name=""/>
        <dsp:cNvSpPr/>
      </dsp:nvSpPr>
      <dsp:spPr>
        <a:xfrm>
          <a:off x="5607401" y="2153300"/>
          <a:ext cx="2362584" cy="17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b="1" kern="1200" dirty="0"/>
            <a:t>Research Tool</a:t>
          </a:r>
          <a:r>
            <a:rPr lang="en-IN" sz="2400" kern="1200" dirty="0"/>
            <a:t>: Papers + data visualizations + conference talks</a:t>
          </a:r>
          <a:endParaRPr lang="en-US" sz="2400" kern="1200" dirty="0"/>
        </a:p>
      </dsp:txBody>
      <dsp:txXfrm>
        <a:off x="5607401" y="2153300"/>
        <a:ext cx="2362584" cy="1710000"/>
      </dsp:txXfrm>
    </dsp:sp>
    <dsp:sp modelId="{096B4FF5-9A85-49B6-A86D-06EC2581E19C}">
      <dsp:nvSpPr>
        <dsp:cNvPr id="0" name=""/>
        <dsp:cNvSpPr/>
      </dsp:nvSpPr>
      <dsp:spPr>
        <a:xfrm>
          <a:off x="9033149" y="600748"/>
          <a:ext cx="1063162" cy="106316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EB342B-156B-47AC-B410-D7F6F1D3076E}">
      <dsp:nvSpPr>
        <dsp:cNvPr id="0" name=""/>
        <dsp:cNvSpPr/>
      </dsp:nvSpPr>
      <dsp:spPr>
        <a:xfrm>
          <a:off x="8383438" y="2153300"/>
          <a:ext cx="2362584" cy="17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IN" sz="2400" b="1" kern="1200" dirty="0"/>
            <a:t>Technical Support</a:t>
          </a:r>
          <a:r>
            <a:rPr lang="en-IN" sz="2400" kern="1200" dirty="0"/>
            <a:t>: Manuals + demo videos + troubleshooting charts</a:t>
          </a:r>
          <a:endParaRPr lang="en-US" sz="2400" kern="1200" dirty="0"/>
        </a:p>
      </dsp:txBody>
      <dsp:txXfrm>
        <a:off x="8383438" y="2153300"/>
        <a:ext cx="2362584" cy="171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12-06-2025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95325" y="1628775"/>
            <a:ext cx="10801350" cy="4464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400" dirty="0">
              <a:solidFill>
                <a:srgbClr val="FFFFFF"/>
              </a:solidFill>
            </a:endParaRPr>
          </a:p>
        </p:txBody>
      </p:sp>
      <p:sp>
        <p:nvSpPr>
          <p:cNvPr id="4" name="TextBox 3">
            <a:extLst>
              <a:ext uri="{FF2B5EF4-FFF2-40B4-BE49-F238E27FC236}">
                <a16:creationId xmlns:a16="http://schemas.microsoft.com/office/drawing/2014/main" id="{9CBCB331-4C6F-D2AD-33D4-2AD31FC1B404}"/>
              </a:ext>
            </a:extLst>
          </p:cNvPr>
          <p:cNvSpPr txBox="1"/>
          <p:nvPr/>
        </p:nvSpPr>
        <p:spPr>
          <a:xfrm>
            <a:off x="3043671" y="3029803"/>
            <a:ext cx="6104658" cy="830997"/>
          </a:xfrm>
          <a:prstGeom prst="rect">
            <a:avLst/>
          </a:prstGeom>
          <a:noFill/>
        </p:spPr>
        <p:txBody>
          <a:bodyPr wrap="square">
            <a:spAutoFit/>
          </a:bodyPr>
          <a:lstStyle/>
          <a:p>
            <a:pPr algn="ctr"/>
            <a:r>
              <a:rPr lang="en-US" sz="4800" b="1" dirty="0">
                <a:solidFill>
                  <a:srgbClr val="FFFFFF"/>
                </a:solidFill>
              </a:rPr>
              <a:t>  Multimodal RAG</a:t>
            </a:r>
            <a:endParaRPr lang="en-IN" sz="4800" b="1" dirty="0"/>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705716" y="559666"/>
            <a:ext cx="10790959" cy="708747"/>
          </a:xfrm>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705715" y="1639166"/>
            <a:ext cx="10790959" cy="445365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IN" sz="2400" dirty="0">
                <a:solidFill>
                  <a:srgbClr val="161A3E"/>
                </a:solidFill>
              </a:rPr>
              <a:t>Image Embeddings (CLIP)</a:t>
            </a:r>
          </a:p>
          <a:p>
            <a:pPr lvl="0"/>
            <a:r>
              <a:rPr lang="en-IN" sz="2400" dirty="0">
                <a:solidFill>
                  <a:srgbClr val="161A3E"/>
                </a:solidFill>
              </a:rPr>
              <a:t>Benefits for RAG Systems</a:t>
            </a:r>
          </a:p>
          <a:p>
            <a:pPr lvl="0"/>
            <a:r>
              <a:rPr lang="en-IN" sz="2400" dirty="0">
                <a:solidFill>
                  <a:srgbClr val="161A3E"/>
                </a:solidFill>
              </a:rPr>
              <a:t>YouTube Loader via Whisper</a:t>
            </a:r>
          </a:p>
          <a:p>
            <a:pPr lvl="0"/>
            <a:r>
              <a:rPr lang="en-IN" sz="2400" dirty="0">
                <a:solidFill>
                  <a:srgbClr val="161A3E"/>
                </a:solidFill>
              </a:rPr>
              <a:t>Integration with RAG</a:t>
            </a:r>
          </a:p>
          <a:p>
            <a:pPr lvl="0"/>
            <a:r>
              <a:rPr lang="en-IN" sz="2400" dirty="0">
                <a:solidFill>
                  <a:srgbClr val="161A3E"/>
                </a:solidFill>
              </a:rPr>
              <a:t>Key Technologies Stack</a:t>
            </a:r>
          </a:p>
          <a:p>
            <a:pPr lvl="0"/>
            <a:r>
              <a:rPr lang="en-IN" sz="2400" dirty="0">
                <a:solidFill>
                  <a:srgbClr val="161A3E"/>
                </a:solidFill>
              </a:rPr>
              <a:t>Best Practices</a:t>
            </a:r>
          </a:p>
          <a:p>
            <a:pPr lvl="0"/>
            <a:r>
              <a:rPr lang="en-IN" sz="2400" dirty="0">
                <a:solidFill>
                  <a:srgbClr val="161A3E"/>
                </a:solidFill>
              </a:rPr>
              <a:t>Real-World Applications</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6B442-A52E-DA14-31A3-647D63F5D390}"/>
              </a:ext>
            </a:extLst>
          </p:cNvPr>
          <p:cNvSpPr>
            <a:spLocks noGrp="1"/>
          </p:cNvSpPr>
          <p:nvPr>
            <p:ph type="title"/>
          </p:nvPr>
        </p:nvSpPr>
        <p:spPr>
          <a:xfrm>
            <a:off x="705716" y="559667"/>
            <a:ext cx="10790960" cy="708746"/>
          </a:xfrm>
        </p:spPr>
        <p:txBody>
          <a:bodyPr/>
          <a:lstStyle/>
          <a:p>
            <a:r>
              <a:rPr lang="en-IN" dirty="0"/>
              <a:t>Image Embeddings (CLIP)</a:t>
            </a:r>
            <a:endParaRPr lang="en-US" dirty="0"/>
          </a:p>
        </p:txBody>
      </p:sp>
      <p:sp>
        <p:nvSpPr>
          <p:cNvPr id="3" name="Content Placeholder 2">
            <a:extLst>
              <a:ext uri="{FF2B5EF4-FFF2-40B4-BE49-F238E27FC236}">
                <a16:creationId xmlns:a16="http://schemas.microsoft.com/office/drawing/2014/main" id="{6E74D6FE-6E8E-C9E8-E2FA-6CD698A4E50E}"/>
              </a:ext>
            </a:extLst>
          </p:cNvPr>
          <p:cNvSpPr>
            <a:spLocks noGrp="1"/>
          </p:cNvSpPr>
          <p:nvPr>
            <p:ph idx="1"/>
          </p:nvPr>
        </p:nvSpPr>
        <p:spPr>
          <a:xfrm>
            <a:off x="705716" y="1639166"/>
            <a:ext cx="10790960" cy="4453659"/>
          </a:xfrm>
        </p:spPr>
        <p:txBody>
          <a:bodyPr/>
          <a:lstStyle/>
          <a:p>
            <a:pPr marL="0" indent="0">
              <a:buNone/>
            </a:pPr>
            <a:r>
              <a:rPr lang="en-IN" b="1" dirty="0"/>
              <a:t>What is CLIP?</a:t>
            </a:r>
          </a:p>
          <a:p>
            <a:pPr lvl="1">
              <a:lnSpc>
                <a:spcPct val="150000"/>
              </a:lnSpc>
            </a:pPr>
            <a:r>
              <a:rPr lang="en-IN" b="1" dirty="0"/>
              <a:t>CLIP</a:t>
            </a:r>
            <a:r>
              <a:rPr lang="en-IN" dirty="0"/>
              <a:t> (Contrastive Language-Image Pre-training) is OpenAI's foundation model that understands the relationship between images and text</a:t>
            </a:r>
          </a:p>
          <a:p>
            <a:pPr lvl="1">
              <a:lnSpc>
                <a:spcPct val="150000"/>
              </a:lnSpc>
            </a:pPr>
            <a:r>
              <a:rPr lang="en-IN" dirty="0"/>
              <a:t>Trained on 400 million text-image pairs from the internet</a:t>
            </a:r>
          </a:p>
          <a:p>
            <a:pPr lvl="1">
              <a:lnSpc>
                <a:spcPct val="150000"/>
              </a:lnSpc>
            </a:pPr>
            <a:r>
              <a:rPr lang="en-IN" dirty="0"/>
              <a:t>Creates unified embedding space where similar images and texts are close together</a:t>
            </a:r>
          </a:p>
        </p:txBody>
      </p:sp>
    </p:spTree>
    <p:extLst>
      <p:ext uri="{BB962C8B-B14F-4D97-AF65-F5344CB8AC3E}">
        <p14:creationId xmlns:p14="http://schemas.microsoft.com/office/powerpoint/2010/main" val="249482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ED75D-7463-E137-A89F-40500BDE9405}"/>
              </a:ext>
            </a:extLst>
          </p:cNvPr>
          <p:cNvSpPr>
            <a:spLocks noGrp="1"/>
          </p:cNvSpPr>
          <p:nvPr>
            <p:ph type="title"/>
          </p:nvPr>
        </p:nvSpPr>
        <p:spPr>
          <a:xfrm>
            <a:off x="705716" y="560080"/>
            <a:ext cx="10790959" cy="708333"/>
          </a:xfrm>
        </p:spPr>
        <p:txBody>
          <a:bodyPr>
            <a:noAutofit/>
          </a:bodyPr>
          <a:lstStyle/>
          <a:p>
            <a:r>
              <a:rPr lang="en-IN" dirty="0"/>
              <a:t>How CLIP Works</a:t>
            </a:r>
            <a:endParaRPr lang="en-US" dirty="0"/>
          </a:p>
        </p:txBody>
      </p:sp>
      <p:sp>
        <p:nvSpPr>
          <p:cNvPr id="9" name="Oval 8">
            <a:extLst>
              <a:ext uri="{FF2B5EF4-FFF2-40B4-BE49-F238E27FC236}">
                <a16:creationId xmlns:a16="http://schemas.microsoft.com/office/drawing/2014/main" id="{F0BE7E94-654C-D0B6-C495-FFCDB88805E4}"/>
              </a:ext>
            </a:extLst>
          </p:cNvPr>
          <p:cNvSpPr/>
          <p:nvPr/>
        </p:nvSpPr>
        <p:spPr>
          <a:xfrm>
            <a:off x="895620" y="1831045"/>
            <a:ext cx="1470756" cy="1446550"/>
          </a:xfrm>
          <a:prstGeom prst="ellipse">
            <a:avLst/>
          </a:prstGeom>
          <a:solidFill>
            <a:schemeClr val="accent5"/>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IN" dirty="0"/>
          </a:p>
        </p:txBody>
      </p:sp>
      <p:sp>
        <p:nvSpPr>
          <p:cNvPr id="11" name="Rectangle 10" descr="Barcode">
            <a:extLst>
              <a:ext uri="{FF2B5EF4-FFF2-40B4-BE49-F238E27FC236}">
                <a16:creationId xmlns:a16="http://schemas.microsoft.com/office/drawing/2014/main" id="{8668E791-52B9-92A2-10DB-F869EB60C01E}"/>
              </a:ext>
            </a:extLst>
          </p:cNvPr>
          <p:cNvSpPr/>
          <p:nvPr/>
        </p:nvSpPr>
        <p:spPr>
          <a:xfrm>
            <a:off x="1180234" y="2139680"/>
            <a:ext cx="853038" cy="853038"/>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13" name="TextBox 12">
            <a:extLst>
              <a:ext uri="{FF2B5EF4-FFF2-40B4-BE49-F238E27FC236}">
                <a16:creationId xmlns:a16="http://schemas.microsoft.com/office/drawing/2014/main" id="{A223CE69-E1BA-DF4D-B039-7985B60716D5}"/>
              </a:ext>
            </a:extLst>
          </p:cNvPr>
          <p:cNvSpPr txBox="1"/>
          <p:nvPr/>
        </p:nvSpPr>
        <p:spPr>
          <a:xfrm>
            <a:off x="2400300" y="1942053"/>
            <a:ext cx="3616036" cy="1107996"/>
          </a:xfrm>
          <a:prstGeom prst="rect">
            <a:avLst/>
          </a:prstGeom>
          <a:noFill/>
        </p:spPr>
        <p:txBody>
          <a:bodyPr wrap="square">
            <a:spAutoFit/>
          </a:bodyPr>
          <a:lstStyle/>
          <a:p>
            <a:pPr lvl="0"/>
            <a:r>
              <a:rPr lang="en-IN" sz="2200" b="1" dirty="0"/>
              <a:t>Dual Encoder Architecture</a:t>
            </a:r>
            <a:r>
              <a:rPr lang="en-IN" sz="2200" dirty="0"/>
              <a:t>: Separate encoders for text and images</a:t>
            </a:r>
            <a:endParaRPr lang="en-US" sz="2200" dirty="0"/>
          </a:p>
        </p:txBody>
      </p:sp>
      <p:sp>
        <p:nvSpPr>
          <p:cNvPr id="14" name="Oval 13">
            <a:extLst>
              <a:ext uri="{FF2B5EF4-FFF2-40B4-BE49-F238E27FC236}">
                <a16:creationId xmlns:a16="http://schemas.microsoft.com/office/drawing/2014/main" id="{11D5C709-C752-720B-D1C8-E91385C09AF9}"/>
              </a:ext>
            </a:extLst>
          </p:cNvPr>
          <p:cNvSpPr/>
          <p:nvPr/>
        </p:nvSpPr>
        <p:spPr>
          <a:xfrm>
            <a:off x="6325195" y="1831045"/>
            <a:ext cx="1470756" cy="1446550"/>
          </a:xfrm>
          <a:prstGeom prst="ellipse">
            <a:avLst/>
          </a:prstGeom>
          <a:solidFill>
            <a:schemeClr val="accent2"/>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IN"/>
          </a:p>
        </p:txBody>
      </p:sp>
      <p:sp>
        <p:nvSpPr>
          <p:cNvPr id="17" name="Rectangle 16" descr="Tick">
            <a:extLst>
              <a:ext uri="{FF2B5EF4-FFF2-40B4-BE49-F238E27FC236}">
                <a16:creationId xmlns:a16="http://schemas.microsoft.com/office/drawing/2014/main" id="{85B98E01-7BA8-253F-E243-D8E47AC855A0}"/>
              </a:ext>
            </a:extLst>
          </p:cNvPr>
          <p:cNvSpPr/>
          <p:nvPr/>
        </p:nvSpPr>
        <p:spPr>
          <a:xfrm>
            <a:off x="6634054" y="2115698"/>
            <a:ext cx="853038" cy="853038"/>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dirty="0"/>
          </a:p>
        </p:txBody>
      </p:sp>
      <p:sp>
        <p:nvSpPr>
          <p:cNvPr id="18" name="Oval 17">
            <a:extLst>
              <a:ext uri="{FF2B5EF4-FFF2-40B4-BE49-F238E27FC236}">
                <a16:creationId xmlns:a16="http://schemas.microsoft.com/office/drawing/2014/main" id="{69ABA950-E577-8EA5-6B09-51BC780032D0}"/>
              </a:ext>
            </a:extLst>
          </p:cNvPr>
          <p:cNvSpPr/>
          <p:nvPr/>
        </p:nvSpPr>
        <p:spPr>
          <a:xfrm>
            <a:off x="895620" y="3840227"/>
            <a:ext cx="1470756" cy="1446550"/>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IN"/>
          </a:p>
        </p:txBody>
      </p:sp>
      <p:sp>
        <p:nvSpPr>
          <p:cNvPr id="19" name="Rectangle 18" descr="Disconnected">
            <a:extLst>
              <a:ext uri="{FF2B5EF4-FFF2-40B4-BE49-F238E27FC236}">
                <a16:creationId xmlns:a16="http://schemas.microsoft.com/office/drawing/2014/main" id="{C74887AF-387D-F764-6741-09F653139AAB}"/>
              </a:ext>
            </a:extLst>
          </p:cNvPr>
          <p:cNvSpPr/>
          <p:nvPr/>
        </p:nvSpPr>
        <p:spPr>
          <a:xfrm>
            <a:off x="1180234" y="4150455"/>
            <a:ext cx="853038" cy="853038"/>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TextBox 20">
            <a:extLst>
              <a:ext uri="{FF2B5EF4-FFF2-40B4-BE49-F238E27FC236}">
                <a16:creationId xmlns:a16="http://schemas.microsoft.com/office/drawing/2014/main" id="{01FF1231-7C02-E4C8-6158-28B1F5E6D761}"/>
              </a:ext>
            </a:extLst>
          </p:cNvPr>
          <p:cNvSpPr txBox="1"/>
          <p:nvPr/>
        </p:nvSpPr>
        <p:spPr>
          <a:xfrm>
            <a:off x="2400300" y="3916325"/>
            <a:ext cx="3616036" cy="1446550"/>
          </a:xfrm>
          <a:prstGeom prst="rect">
            <a:avLst/>
          </a:prstGeom>
          <a:noFill/>
        </p:spPr>
        <p:txBody>
          <a:bodyPr wrap="square">
            <a:spAutoFit/>
          </a:bodyPr>
          <a:lstStyle/>
          <a:p>
            <a:pPr lvl="0"/>
            <a:r>
              <a:rPr lang="en-IN" sz="2200" b="1" dirty="0"/>
              <a:t>Shared Vector Space</a:t>
            </a:r>
            <a:r>
              <a:rPr lang="en-IN" sz="2200" dirty="0"/>
              <a:t>: Both modalities mapped to same embedding space (512 dimensions)</a:t>
            </a:r>
            <a:endParaRPr lang="en-US" sz="2200" dirty="0"/>
          </a:p>
        </p:txBody>
      </p:sp>
      <p:sp>
        <p:nvSpPr>
          <p:cNvPr id="23" name="TextBox 22">
            <a:extLst>
              <a:ext uri="{FF2B5EF4-FFF2-40B4-BE49-F238E27FC236}">
                <a16:creationId xmlns:a16="http://schemas.microsoft.com/office/drawing/2014/main" id="{18C3F8E0-AC92-4F87-511F-21D4CB7C297B}"/>
              </a:ext>
            </a:extLst>
          </p:cNvPr>
          <p:cNvSpPr txBox="1"/>
          <p:nvPr/>
        </p:nvSpPr>
        <p:spPr>
          <a:xfrm>
            <a:off x="7809095" y="1942053"/>
            <a:ext cx="3487285" cy="1446550"/>
          </a:xfrm>
          <a:prstGeom prst="rect">
            <a:avLst/>
          </a:prstGeom>
          <a:noFill/>
        </p:spPr>
        <p:txBody>
          <a:bodyPr wrap="square">
            <a:spAutoFit/>
          </a:bodyPr>
          <a:lstStyle/>
          <a:p>
            <a:pPr lvl="0"/>
            <a:r>
              <a:rPr lang="en-IN" sz="2200" b="1" dirty="0"/>
              <a:t>Contrastive Learning</a:t>
            </a:r>
            <a:r>
              <a:rPr lang="en-IN" sz="2200" dirty="0"/>
              <a:t>: Learns to match correct text-image pairs while distinguishing incorrect ones</a:t>
            </a:r>
            <a:endParaRPr lang="en-US" sz="2200" dirty="0"/>
          </a:p>
        </p:txBody>
      </p:sp>
      <p:sp>
        <p:nvSpPr>
          <p:cNvPr id="24" name="Oval 23">
            <a:extLst>
              <a:ext uri="{FF2B5EF4-FFF2-40B4-BE49-F238E27FC236}">
                <a16:creationId xmlns:a16="http://schemas.microsoft.com/office/drawing/2014/main" id="{142503B3-0E0B-6F0B-C610-E3AAC7A0F4AA}"/>
              </a:ext>
            </a:extLst>
          </p:cNvPr>
          <p:cNvSpPr/>
          <p:nvPr/>
        </p:nvSpPr>
        <p:spPr>
          <a:xfrm>
            <a:off x="6325195" y="3840227"/>
            <a:ext cx="1470756" cy="1446550"/>
          </a:xfrm>
          <a:prstGeom prst="ellipse">
            <a:avLst/>
          </a:prstGeom>
          <a:solidFill>
            <a:srgbClr val="00B050"/>
          </a:solidFill>
        </p:spPr>
        <p:style>
          <a:lnRef idx="0">
            <a:schemeClr val="lt1">
              <a:alpha val="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p:style>
        <p:txBody>
          <a:bodyPr/>
          <a:lstStyle/>
          <a:p>
            <a:endParaRPr lang="en-IN"/>
          </a:p>
        </p:txBody>
      </p:sp>
      <p:sp>
        <p:nvSpPr>
          <p:cNvPr id="25" name="Rectangle 24" descr="Radioactive Sign">
            <a:extLst>
              <a:ext uri="{FF2B5EF4-FFF2-40B4-BE49-F238E27FC236}">
                <a16:creationId xmlns:a16="http://schemas.microsoft.com/office/drawing/2014/main" id="{6A710269-75D1-B67A-1062-8AFFC0212B4F}"/>
              </a:ext>
            </a:extLst>
          </p:cNvPr>
          <p:cNvSpPr/>
          <p:nvPr/>
        </p:nvSpPr>
        <p:spPr>
          <a:xfrm>
            <a:off x="6634054" y="4114146"/>
            <a:ext cx="853038" cy="853038"/>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7" name="TextBox 26">
            <a:extLst>
              <a:ext uri="{FF2B5EF4-FFF2-40B4-BE49-F238E27FC236}">
                <a16:creationId xmlns:a16="http://schemas.microsoft.com/office/drawing/2014/main" id="{7C327180-099A-F6CC-D9C4-7556B2DD118A}"/>
              </a:ext>
            </a:extLst>
          </p:cNvPr>
          <p:cNvSpPr txBox="1"/>
          <p:nvPr/>
        </p:nvSpPr>
        <p:spPr>
          <a:xfrm>
            <a:off x="7809094" y="3916325"/>
            <a:ext cx="3487285" cy="1107996"/>
          </a:xfrm>
          <a:prstGeom prst="rect">
            <a:avLst/>
          </a:prstGeom>
          <a:noFill/>
        </p:spPr>
        <p:txBody>
          <a:bodyPr wrap="square">
            <a:spAutoFit/>
          </a:bodyPr>
          <a:lstStyle/>
          <a:p>
            <a:pPr lvl="0"/>
            <a:r>
              <a:rPr lang="en-IN" sz="2200" b="1" dirty="0"/>
              <a:t>Zero-shot Capabilities</a:t>
            </a:r>
            <a:r>
              <a:rPr lang="en-IN" sz="2200" dirty="0"/>
              <a:t>: Can classify images without specific training</a:t>
            </a:r>
            <a:endParaRPr lang="en-US" sz="2200" dirty="0"/>
          </a:p>
        </p:txBody>
      </p:sp>
    </p:spTree>
    <p:extLst>
      <p:ext uri="{BB962C8B-B14F-4D97-AF65-F5344CB8AC3E}">
        <p14:creationId xmlns:p14="http://schemas.microsoft.com/office/powerpoint/2010/main" val="3260470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705716" y="559666"/>
            <a:ext cx="10790959" cy="708747"/>
          </a:xfrm>
        </p:spPr>
        <p:txBody>
          <a:bodyPr>
            <a:normAutofit/>
          </a:bodyPr>
          <a:lstStyle/>
          <a:p>
            <a:r>
              <a:rPr lang="en-IN" dirty="0"/>
              <a:t>Benefits of RAG Systems</a:t>
            </a:r>
            <a:endParaRPr lang="en-IN" dirty="0">
              <a:solidFill>
                <a:srgbClr val="161A3E"/>
              </a:solidFill>
            </a:endParaRPr>
          </a:p>
        </p:txBody>
      </p:sp>
      <p:sp>
        <p:nvSpPr>
          <p:cNvPr id="4" name="Rectangle 3">
            <a:extLst>
              <a:ext uri="{FF2B5EF4-FFF2-40B4-BE49-F238E27FC236}">
                <a16:creationId xmlns:a16="http://schemas.microsoft.com/office/drawing/2014/main" id="{F26C254B-4DA8-8601-0B5E-1174D7E67BC4}"/>
              </a:ext>
            </a:extLst>
          </p:cNvPr>
          <p:cNvSpPr/>
          <p:nvPr/>
        </p:nvSpPr>
        <p:spPr>
          <a:xfrm>
            <a:off x="998393" y="2379515"/>
            <a:ext cx="2296391" cy="277437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endParaRPr lang="en-IN" sz="2400" b="1" dirty="0"/>
          </a:p>
          <a:p>
            <a:pPr lvl="0"/>
            <a:r>
              <a:rPr lang="en-IN" sz="2400" b="1" dirty="0"/>
              <a:t>Direct Image Retrieval</a:t>
            </a:r>
            <a:r>
              <a:rPr lang="en-IN" sz="2400" dirty="0"/>
              <a:t>: Search images using text queries without lossy captioning</a:t>
            </a:r>
            <a:endParaRPr lang="en-US" sz="2400" dirty="0"/>
          </a:p>
        </p:txBody>
      </p:sp>
      <p:sp>
        <p:nvSpPr>
          <p:cNvPr id="5" name="Rectangle 4">
            <a:extLst>
              <a:ext uri="{FF2B5EF4-FFF2-40B4-BE49-F238E27FC236}">
                <a16:creationId xmlns:a16="http://schemas.microsoft.com/office/drawing/2014/main" id="{743B9DB7-8015-5127-6420-1543B8EFCC31}"/>
              </a:ext>
            </a:extLst>
          </p:cNvPr>
          <p:cNvSpPr/>
          <p:nvPr/>
        </p:nvSpPr>
        <p:spPr>
          <a:xfrm>
            <a:off x="1401906" y="2530177"/>
            <a:ext cx="1496291" cy="332509"/>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01</a:t>
            </a:r>
            <a:endParaRPr lang="en-IN" sz="2400" b="1" dirty="0"/>
          </a:p>
        </p:txBody>
      </p:sp>
      <p:sp>
        <p:nvSpPr>
          <p:cNvPr id="6" name="Content Placeholder 5">
            <a:extLst>
              <a:ext uri="{FF2B5EF4-FFF2-40B4-BE49-F238E27FC236}">
                <a16:creationId xmlns:a16="http://schemas.microsoft.com/office/drawing/2014/main" id="{073E94DF-DBE9-0952-EEB4-FE670C49ED58}"/>
              </a:ext>
            </a:extLst>
          </p:cNvPr>
          <p:cNvSpPr>
            <a:spLocks noGrp="1"/>
          </p:cNvSpPr>
          <p:nvPr>
            <p:ph idx="1"/>
          </p:nvPr>
        </p:nvSpPr>
        <p:spPr>
          <a:xfrm>
            <a:off x="3655436" y="2384707"/>
            <a:ext cx="2296391" cy="2774373"/>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lvl="0" indent="0">
              <a:buNone/>
            </a:pPr>
            <a:r>
              <a:rPr lang="en-IN" sz="2400" b="1" dirty="0"/>
              <a:t>	</a:t>
            </a:r>
          </a:p>
          <a:p>
            <a:pPr marL="0" lvl="0" indent="0">
              <a:buNone/>
            </a:pPr>
            <a:r>
              <a:rPr lang="en-IN" sz="2400" b="1" dirty="0">
                <a:solidFill>
                  <a:schemeClr val="bg1"/>
                </a:solidFill>
              </a:rPr>
              <a:t>Cross-Modal Search</a:t>
            </a:r>
            <a:r>
              <a:rPr lang="en-IN" sz="2400" dirty="0">
                <a:solidFill>
                  <a:schemeClr val="bg1"/>
                </a:solidFill>
              </a:rPr>
              <a:t>: Find relevant images for text queries and vice versa</a:t>
            </a:r>
            <a:endParaRPr lang="en-US" sz="2400" dirty="0">
              <a:solidFill>
                <a:schemeClr val="bg1"/>
              </a:solidFill>
            </a:endParaRPr>
          </a:p>
          <a:p>
            <a:pPr marL="0" lvl="0" indent="0">
              <a:buNone/>
            </a:pPr>
            <a:endParaRPr lang="en-IN" sz="2400" b="1" dirty="0">
              <a:solidFill>
                <a:schemeClr val="bg1"/>
              </a:solidFill>
            </a:endParaRPr>
          </a:p>
        </p:txBody>
      </p:sp>
      <p:sp>
        <p:nvSpPr>
          <p:cNvPr id="7" name="Content Placeholder 5">
            <a:extLst>
              <a:ext uri="{FF2B5EF4-FFF2-40B4-BE49-F238E27FC236}">
                <a16:creationId xmlns:a16="http://schemas.microsoft.com/office/drawing/2014/main" id="{B871C266-CB4E-9DF8-8D75-84DDDCD839F6}"/>
              </a:ext>
            </a:extLst>
          </p:cNvPr>
          <p:cNvSpPr txBox="1">
            <a:spLocks/>
          </p:cNvSpPr>
          <p:nvPr/>
        </p:nvSpPr>
        <p:spPr>
          <a:xfrm>
            <a:off x="6312479" y="2384706"/>
            <a:ext cx="2296391" cy="277437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61A3E"/>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61A3E"/>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61A3E"/>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61A3E"/>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61A3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n-IN" sz="2400" b="1" dirty="0">
                <a:solidFill>
                  <a:schemeClr val="bg1"/>
                </a:solidFill>
              </a:rPr>
              <a:t>Fine-tuning Capability</a:t>
            </a:r>
            <a:r>
              <a:rPr lang="en-IN" sz="2400" dirty="0">
                <a:solidFill>
                  <a:schemeClr val="bg1"/>
                </a:solidFill>
              </a:rPr>
              <a:t>: Can be adapted for specific domains</a:t>
            </a:r>
            <a:endParaRPr lang="en-US" sz="2400" dirty="0">
              <a:solidFill>
                <a:schemeClr val="bg1"/>
              </a:solidFill>
            </a:endParaRPr>
          </a:p>
          <a:p>
            <a:pPr marL="0" indent="0">
              <a:buFont typeface="Arial" panose="020B0604020202020204" pitchFamily="34" charset="0"/>
              <a:buNone/>
            </a:pPr>
            <a:endParaRPr lang="en-IN" sz="2400" b="1" dirty="0">
              <a:solidFill>
                <a:schemeClr val="bg1"/>
              </a:solidFill>
            </a:endParaRPr>
          </a:p>
        </p:txBody>
      </p:sp>
      <p:sp>
        <p:nvSpPr>
          <p:cNvPr id="8" name="Rectangle 7">
            <a:extLst>
              <a:ext uri="{FF2B5EF4-FFF2-40B4-BE49-F238E27FC236}">
                <a16:creationId xmlns:a16="http://schemas.microsoft.com/office/drawing/2014/main" id="{74635809-AD6F-F47E-32A2-489C84F16E31}"/>
              </a:ext>
            </a:extLst>
          </p:cNvPr>
          <p:cNvSpPr/>
          <p:nvPr/>
        </p:nvSpPr>
        <p:spPr>
          <a:xfrm>
            <a:off x="6978145" y="2530177"/>
            <a:ext cx="939728" cy="31691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03</a:t>
            </a:r>
            <a:endParaRPr lang="en-IN" sz="2400" b="1" dirty="0"/>
          </a:p>
        </p:txBody>
      </p:sp>
      <p:sp>
        <p:nvSpPr>
          <p:cNvPr id="9" name="Rectangle 8">
            <a:extLst>
              <a:ext uri="{FF2B5EF4-FFF2-40B4-BE49-F238E27FC236}">
                <a16:creationId xmlns:a16="http://schemas.microsoft.com/office/drawing/2014/main" id="{E9830315-3F8B-7802-99F8-B5C888213B73}"/>
              </a:ext>
            </a:extLst>
          </p:cNvPr>
          <p:cNvSpPr/>
          <p:nvPr/>
        </p:nvSpPr>
        <p:spPr>
          <a:xfrm>
            <a:off x="4316668" y="2530177"/>
            <a:ext cx="1007267" cy="332509"/>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02</a:t>
            </a:r>
            <a:endParaRPr lang="en-IN" sz="2400" b="1" dirty="0"/>
          </a:p>
        </p:txBody>
      </p:sp>
      <p:sp>
        <p:nvSpPr>
          <p:cNvPr id="10" name="Content Placeholder 5">
            <a:extLst>
              <a:ext uri="{FF2B5EF4-FFF2-40B4-BE49-F238E27FC236}">
                <a16:creationId xmlns:a16="http://schemas.microsoft.com/office/drawing/2014/main" id="{F5CEEFCB-EDC8-A0A3-B9E7-1FD7F30A0434}"/>
              </a:ext>
            </a:extLst>
          </p:cNvPr>
          <p:cNvSpPr txBox="1">
            <a:spLocks/>
          </p:cNvSpPr>
          <p:nvPr/>
        </p:nvSpPr>
        <p:spPr>
          <a:xfrm>
            <a:off x="8936182" y="2379515"/>
            <a:ext cx="2296391" cy="277437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61A3E"/>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61A3E"/>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61A3E"/>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61A3E"/>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61A3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None/>
            </a:pPr>
            <a:endParaRPr lang="en-IN" sz="2400" b="1" dirty="0">
              <a:solidFill>
                <a:schemeClr val="bg1"/>
              </a:solidFill>
            </a:endParaRPr>
          </a:p>
          <a:p>
            <a:pPr marL="0" indent="0">
              <a:buNone/>
            </a:pPr>
            <a:r>
              <a:rPr lang="en-IN" sz="2400" b="1" dirty="0">
                <a:solidFill>
                  <a:schemeClr val="bg1"/>
                </a:solidFill>
              </a:rPr>
              <a:t>Efficiency</a:t>
            </a:r>
            <a:r>
              <a:rPr lang="en-IN" sz="2400" dirty="0">
                <a:solidFill>
                  <a:schemeClr val="bg1"/>
                </a:solidFill>
              </a:rPr>
              <a:t>: Single model handles both text and image understanding</a:t>
            </a:r>
            <a:endParaRPr lang="en-US" sz="2400" dirty="0">
              <a:solidFill>
                <a:schemeClr val="bg1"/>
              </a:solidFill>
            </a:endParaRPr>
          </a:p>
          <a:p>
            <a:pPr marL="0" indent="0">
              <a:buFont typeface="Arial" panose="020B0604020202020204" pitchFamily="34" charset="0"/>
              <a:buNone/>
            </a:pPr>
            <a:endParaRPr lang="en-IN" sz="2400" b="1" dirty="0">
              <a:solidFill>
                <a:schemeClr val="bg1"/>
              </a:solidFill>
            </a:endParaRPr>
          </a:p>
        </p:txBody>
      </p:sp>
      <p:sp>
        <p:nvSpPr>
          <p:cNvPr id="11" name="Rectangle 10">
            <a:extLst>
              <a:ext uri="{FF2B5EF4-FFF2-40B4-BE49-F238E27FC236}">
                <a16:creationId xmlns:a16="http://schemas.microsoft.com/office/drawing/2014/main" id="{B18551A4-B793-FEE1-C448-AFD031DA9084}"/>
              </a:ext>
            </a:extLst>
          </p:cNvPr>
          <p:cNvSpPr/>
          <p:nvPr/>
        </p:nvSpPr>
        <p:spPr>
          <a:xfrm>
            <a:off x="9608126" y="2545773"/>
            <a:ext cx="990602" cy="316913"/>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04</a:t>
            </a:r>
            <a:endParaRPr lang="en-IN" sz="2400" b="1" dirty="0"/>
          </a:p>
        </p:txBody>
      </p:sp>
    </p:spTree>
    <p:extLst>
      <p:ext uri="{BB962C8B-B14F-4D97-AF65-F5344CB8AC3E}">
        <p14:creationId xmlns:p14="http://schemas.microsoft.com/office/powerpoint/2010/main" val="1953804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55C3-BCF4-2BE9-0BA1-9480557F5622}"/>
              </a:ext>
            </a:extLst>
          </p:cNvPr>
          <p:cNvSpPr>
            <a:spLocks noGrp="1"/>
          </p:cNvSpPr>
          <p:nvPr>
            <p:ph type="title"/>
          </p:nvPr>
        </p:nvSpPr>
        <p:spPr>
          <a:xfrm>
            <a:off x="705716" y="559667"/>
            <a:ext cx="10790959" cy="708746"/>
          </a:xfrm>
        </p:spPr>
        <p:txBody>
          <a:bodyPr>
            <a:normAutofit/>
          </a:bodyPr>
          <a:lstStyle/>
          <a:p>
            <a:r>
              <a:rPr lang="en-IN" sz="3400" dirty="0"/>
              <a:t>YouTube Loader via Whisper</a:t>
            </a:r>
            <a:endParaRPr lang="en-US" sz="3400" dirty="0"/>
          </a:p>
        </p:txBody>
      </p:sp>
      <p:sp>
        <p:nvSpPr>
          <p:cNvPr id="3" name="Content Placeholder 2">
            <a:extLst>
              <a:ext uri="{FF2B5EF4-FFF2-40B4-BE49-F238E27FC236}">
                <a16:creationId xmlns:a16="http://schemas.microsoft.com/office/drawing/2014/main" id="{DE8666EA-E65A-5FA1-2E9D-AC91507646A6}"/>
              </a:ext>
            </a:extLst>
          </p:cNvPr>
          <p:cNvSpPr>
            <a:spLocks noGrp="1"/>
          </p:cNvSpPr>
          <p:nvPr>
            <p:ph idx="1"/>
          </p:nvPr>
        </p:nvSpPr>
        <p:spPr>
          <a:xfrm>
            <a:off x="705717" y="1639168"/>
            <a:ext cx="10790958" cy="4453658"/>
          </a:xfrm>
        </p:spPr>
        <p:txBody>
          <a:bodyPr>
            <a:normAutofit/>
          </a:bodyPr>
          <a:lstStyle/>
          <a:p>
            <a:pPr marL="0" indent="0">
              <a:buNone/>
            </a:pPr>
            <a:r>
              <a:rPr lang="en-IN" sz="2400" b="1" dirty="0"/>
              <a:t>Whisper Overview</a:t>
            </a:r>
          </a:p>
          <a:p>
            <a:pPr lvl="1">
              <a:lnSpc>
                <a:spcPct val="150000"/>
              </a:lnSpc>
            </a:pPr>
            <a:r>
              <a:rPr lang="en-IN" dirty="0"/>
              <a:t>OpenAI's robust automatic speech recognition (ASR) model</a:t>
            </a:r>
          </a:p>
          <a:p>
            <a:pPr lvl="1">
              <a:lnSpc>
                <a:spcPct val="150000"/>
              </a:lnSpc>
            </a:pPr>
            <a:r>
              <a:rPr lang="en-IN" dirty="0"/>
              <a:t>Trained on 680,000 hours of multilingual audio data</a:t>
            </a:r>
          </a:p>
          <a:p>
            <a:pPr lvl="1">
              <a:lnSpc>
                <a:spcPct val="150000"/>
              </a:lnSpc>
            </a:pPr>
            <a:r>
              <a:rPr lang="en-IN" dirty="0"/>
              <a:t>Handles various audio qualities, accents, and background noise</a:t>
            </a:r>
          </a:p>
          <a:p>
            <a:pPr lvl="1">
              <a:lnSpc>
                <a:spcPct val="150000"/>
              </a:lnSpc>
            </a:pPr>
            <a:r>
              <a:rPr lang="en-IN" dirty="0"/>
              <a:t>Available in multiple model sizes (tiny, base, small, medium, large)</a:t>
            </a:r>
            <a:endParaRPr lang="en-US" dirty="0"/>
          </a:p>
        </p:txBody>
      </p:sp>
    </p:spTree>
    <p:extLst>
      <p:ext uri="{BB962C8B-B14F-4D97-AF65-F5344CB8AC3E}">
        <p14:creationId xmlns:p14="http://schemas.microsoft.com/office/powerpoint/2010/main" val="3464990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B5DA-E9E1-1FE1-174E-DBDBE1937E30}"/>
              </a:ext>
            </a:extLst>
          </p:cNvPr>
          <p:cNvSpPr>
            <a:spLocks noGrp="1"/>
          </p:cNvSpPr>
          <p:nvPr>
            <p:ph type="title"/>
          </p:nvPr>
        </p:nvSpPr>
        <p:spPr>
          <a:xfrm>
            <a:off x="705716" y="559666"/>
            <a:ext cx="10790959" cy="708747"/>
          </a:xfrm>
        </p:spPr>
        <p:txBody>
          <a:bodyPr>
            <a:normAutofit/>
          </a:bodyPr>
          <a:lstStyle/>
          <a:p>
            <a:r>
              <a:rPr lang="en-IN" dirty="0"/>
              <a:t>Integration with RAG</a:t>
            </a:r>
            <a:endParaRPr lang="en-US" dirty="0"/>
          </a:p>
        </p:txBody>
      </p:sp>
      <p:graphicFrame>
        <p:nvGraphicFramePr>
          <p:cNvPr id="5" name="Content Placeholder 2">
            <a:extLst>
              <a:ext uri="{FF2B5EF4-FFF2-40B4-BE49-F238E27FC236}">
                <a16:creationId xmlns:a16="http://schemas.microsoft.com/office/drawing/2014/main" id="{D6F349A1-36A6-6362-D668-90FEEC39B8BF}"/>
              </a:ext>
            </a:extLst>
          </p:cNvPr>
          <p:cNvGraphicFramePr>
            <a:graphicFrameLocks noGrp="1"/>
          </p:cNvGraphicFramePr>
          <p:nvPr>
            <p:ph idx="1"/>
            <p:extLst>
              <p:ext uri="{D42A27DB-BD31-4B8C-83A1-F6EECF244321}">
                <p14:modId xmlns:p14="http://schemas.microsoft.com/office/powerpoint/2010/main" val="1183085783"/>
              </p:ext>
            </p:extLst>
          </p:nvPr>
        </p:nvGraphicFramePr>
        <p:xfrm>
          <a:off x="695326" y="1628776"/>
          <a:ext cx="10801350" cy="4464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4813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A4CB3-B318-8E61-B0A7-042992FD9731}"/>
              </a:ext>
            </a:extLst>
          </p:cNvPr>
          <p:cNvSpPr>
            <a:spLocks noGrp="1"/>
          </p:cNvSpPr>
          <p:nvPr>
            <p:ph type="title"/>
          </p:nvPr>
        </p:nvSpPr>
        <p:spPr>
          <a:xfrm>
            <a:off x="705716" y="559667"/>
            <a:ext cx="10790959" cy="710410"/>
          </a:xfrm>
        </p:spPr>
        <p:txBody>
          <a:bodyPr>
            <a:normAutofit/>
          </a:bodyPr>
          <a:lstStyle/>
          <a:p>
            <a:r>
              <a:rPr lang="en-IN" dirty="0"/>
              <a:t>Key Technologies Stack</a:t>
            </a:r>
            <a:endParaRPr lang="en-US" dirty="0"/>
          </a:p>
        </p:txBody>
      </p:sp>
      <p:graphicFrame>
        <p:nvGraphicFramePr>
          <p:cNvPr id="5" name="Content Placeholder 2">
            <a:extLst>
              <a:ext uri="{FF2B5EF4-FFF2-40B4-BE49-F238E27FC236}">
                <a16:creationId xmlns:a16="http://schemas.microsoft.com/office/drawing/2014/main" id="{0B7B91B1-BB08-3B36-3CEB-68CEA4238FB3}"/>
              </a:ext>
            </a:extLst>
          </p:cNvPr>
          <p:cNvGraphicFramePr>
            <a:graphicFrameLocks noGrp="1"/>
          </p:cNvGraphicFramePr>
          <p:nvPr>
            <p:ph idx="1"/>
            <p:extLst>
              <p:ext uri="{D42A27DB-BD31-4B8C-83A1-F6EECF244321}">
                <p14:modId xmlns:p14="http://schemas.microsoft.com/office/powerpoint/2010/main" val="2695122661"/>
              </p:ext>
            </p:extLst>
          </p:nvPr>
        </p:nvGraphicFramePr>
        <p:xfrm>
          <a:off x="695325" y="1628775"/>
          <a:ext cx="10801351" cy="4464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74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B9616-DA41-F087-A70B-5C201DFC2CB7}"/>
              </a:ext>
            </a:extLst>
          </p:cNvPr>
          <p:cNvSpPr>
            <a:spLocks noGrp="1"/>
          </p:cNvSpPr>
          <p:nvPr>
            <p:ph type="title"/>
          </p:nvPr>
        </p:nvSpPr>
        <p:spPr>
          <a:xfrm>
            <a:off x="705716" y="559666"/>
            <a:ext cx="10790959" cy="708747"/>
          </a:xfrm>
        </p:spPr>
        <p:txBody>
          <a:bodyPr>
            <a:normAutofit/>
          </a:bodyPr>
          <a:lstStyle/>
          <a:p>
            <a:r>
              <a:rPr lang="en-IN" dirty="0"/>
              <a:t>Best Practices</a:t>
            </a:r>
            <a:endParaRPr lang="en-US" dirty="0"/>
          </a:p>
        </p:txBody>
      </p:sp>
      <p:graphicFrame>
        <p:nvGraphicFramePr>
          <p:cNvPr id="5" name="Content Placeholder 2">
            <a:extLst>
              <a:ext uri="{FF2B5EF4-FFF2-40B4-BE49-F238E27FC236}">
                <a16:creationId xmlns:a16="http://schemas.microsoft.com/office/drawing/2014/main" id="{95F94781-0C40-2B32-4C08-A5E69F24F77B}"/>
              </a:ext>
            </a:extLst>
          </p:cNvPr>
          <p:cNvGraphicFramePr>
            <a:graphicFrameLocks noGrp="1"/>
          </p:cNvGraphicFramePr>
          <p:nvPr>
            <p:ph idx="1"/>
            <p:extLst>
              <p:ext uri="{D42A27DB-BD31-4B8C-83A1-F6EECF244321}">
                <p14:modId xmlns:p14="http://schemas.microsoft.com/office/powerpoint/2010/main" val="1139632225"/>
              </p:ext>
            </p:extLst>
          </p:nvPr>
        </p:nvGraphicFramePr>
        <p:xfrm>
          <a:off x="695326" y="1628775"/>
          <a:ext cx="10801350" cy="4464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1055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7578-6481-81AC-6418-8F9C60A1F7AB}"/>
              </a:ext>
            </a:extLst>
          </p:cNvPr>
          <p:cNvSpPr>
            <a:spLocks noGrp="1"/>
          </p:cNvSpPr>
          <p:nvPr>
            <p:ph type="title"/>
          </p:nvPr>
        </p:nvSpPr>
        <p:spPr>
          <a:xfrm>
            <a:off x="705716" y="559667"/>
            <a:ext cx="10790960" cy="708746"/>
          </a:xfrm>
        </p:spPr>
        <p:txBody>
          <a:bodyPr>
            <a:normAutofit/>
          </a:bodyPr>
          <a:lstStyle/>
          <a:p>
            <a:r>
              <a:rPr lang="en-IN" dirty="0"/>
              <a:t>Real-World Applications</a:t>
            </a:r>
            <a:endParaRPr lang="en-US" dirty="0"/>
          </a:p>
        </p:txBody>
      </p:sp>
      <p:graphicFrame>
        <p:nvGraphicFramePr>
          <p:cNvPr id="5" name="Content Placeholder 2">
            <a:extLst>
              <a:ext uri="{FF2B5EF4-FFF2-40B4-BE49-F238E27FC236}">
                <a16:creationId xmlns:a16="http://schemas.microsoft.com/office/drawing/2014/main" id="{7B5A98FA-9974-CD30-0F19-1B70852CE93A}"/>
              </a:ext>
            </a:extLst>
          </p:cNvPr>
          <p:cNvGraphicFramePr>
            <a:graphicFrameLocks noGrp="1"/>
          </p:cNvGraphicFramePr>
          <p:nvPr>
            <p:ph idx="1"/>
            <p:extLst>
              <p:ext uri="{D42A27DB-BD31-4B8C-83A1-F6EECF244321}">
                <p14:modId xmlns:p14="http://schemas.microsoft.com/office/powerpoint/2010/main" val="1869693142"/>
              </p:ext>
            </p:extLst>
          </p:nvPr>
        </p:nvGraphicFramePr>
        <p:xfrm>
          <a:off x="695325" y="1628775"/>
          <a:ext cx="10801351" cy="4464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8773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155864" y="2546350"/>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p>
          <a:p>
            <a:pPr algn="ctr"/>
            <a:r>
              <a:rPr lang="en-US" sz="28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7285</TotalTime>
  <Words>426</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BIA Template</vt:lpstr>
      <vt:lpstr>PowerPoint Presentation</vt:lpstr>
      <vt:lpstr>Agenda</vt:lpstr>
      <vt:lpstr>Image Embeddings (CLIP)</vt:lpstr>
      <vt:lpstr>How CLIP Works</vt:lpstr>
      <vt:lpstr>Benefits of RAG Systems</vt:lpstr>
      <vt:lpstr>YouTube Loader via Whisper</vt:lpstr>
      <vt:lpstr>Integration with RAG</vt:lpstr>
      <vt:lpstr>Key Technologies Stack</vt:lpstr>
      <vt:lpstr>Best Practices</vt:lpstr>
      <vt:lpstr>Real-World Applications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2286</cp:revision>
  <dcterms:created xsi:type="dcterms:W3CDTF">2020-12-23T13:36:00Z</dcterms:created>
  <dcterms:modified xsi:type="dcterms:W3CDTF">2025-06-12T12:10:05Z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