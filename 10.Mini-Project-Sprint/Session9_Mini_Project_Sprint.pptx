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9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Sprint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Multi-Tool Travel Planner Agent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8 to Session 9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→ Building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&amp; Critique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LLMs evaluate their own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with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theory: Create multi-tool agents that use tools to solve tasks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hierarchies, routing, and complex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| 3 Sections | Build a Travel Planner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80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Tool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tools? How to design them. 4 mock tools.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5146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Pattern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27889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agent. Understand ReAct loop. Live demo.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49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0233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Manager/Worker pattern. Build multiple specialists.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108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Planner Agent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input: 'I want to visit Paris for 5 days in July.'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uses tools: Get weather → Find flights → Book hotels → Convert currency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Complete travel itinerary with recommendations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Extensible: Add tools for restaurants, activities, insurance, etc.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00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User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└──────┬──────┘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"Plan my trip"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Agent Loop (ReAct)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Thought → Action → Obs.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(repeat until done)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└──────┬───────────────────┘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Tools (Function Calls)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Weather │ Flights │ Hotels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Tools? (@tool decorator)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"""Get current weather for a city.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Args: city - city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Returns: weather description"""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f"Sunny, 22°C in {city}"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Python function + metadata = Tool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61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Clearly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get_weather, not w() or fetch()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299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docstring: what does it do? what args?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986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Types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1868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bool, list[str]. Avoid complex objects.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673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Gracefully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08736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error messages, not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4 Mock Tools for Travel Planning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flights from origin to destination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get_hotels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hotel options in a city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5603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convert_currency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currencies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5603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88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weather forecast for location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Single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create_react_agent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ChatOpenAI(model="gpt-4"),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tools=[get_weather, get_flights, ...],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prompt=AGENT_PROMPT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Thinks: Thought → Action → Observation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find flights from NYC to Paris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get_flights(origin='NYC', dest='Paris')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429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5 flights, cheapest is $450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in Action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iterate: Thought → Action → Observation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 Scaling &amp; Specialization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61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48132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focuses on one domain (flights, hotels, etc.)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0299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35000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8986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321868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agents = isolated problems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7673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80160" y="408736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same worker agents in different contexts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Manager/Worker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00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┌──────────────┐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Manager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Agent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└──────┬───────┘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│ delegates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┌───────┼────────┬─────────┐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│        │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       ▼        ▼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┌────────┐ ┌────────┐ ┌────────┐ ┌────────┐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│Flight  │ │Hotel  │ │Currency│ │Weather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│Worker  │ │Worker │ │Worker  │ │Worker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└────────┘ └────────┘ └────────┘ └────────┘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Worker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Flight Worker: only uses flight 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flight_worker = create_react_agent(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tools=[get_flights, get_prices],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prompt="You are a flight specialist"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Hotel Worker: only uses hotel 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hotel_worker = create_react_agent(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tools=[get_hotels, get_ratings],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prompt="You are a hotel specialist"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Manager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Manager has tools that call workers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delegate_flight_search(origin, destination):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flight_worker.run(...)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delegate_hotel_search(city):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hotel_worker.run(...)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Manager uses delegation 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= create_react_agent(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tools=[delegate_flight_search, delegate_hotel_search],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prompt="You are a travel coordinator. Delegate tasks to specialists."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&amp; Extensions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Restaurant Tool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find_restaurants(city) - returns top-rated options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0391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Activities Worker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331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specialist agent for attractions &amp; activities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907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Weather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200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Open-Meteo (free, no key needed)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7764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069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itineraries to database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= Functions with metadata. Simple is better.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agents: ReAct loop (Thought → Action → Obs) handles sequential tasks.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Multi-agents: Specialize workers, coordinate via manager. Scales elegantly.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8229600" cy="640080"/>
          </a:xfrm>
          <a:prstGeom prst="rect">
            <a:avLst>
              <a:gd name="adj" fmla="val 7143"/>
            </a:avLst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10 - Advanced Patterns &amp; Production Deployments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— Mini-Project Sprint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2026-04-05T04:23:38Z</dcterms:created>
  <dcterms:modified xsi:type="dcterms:W3CDTF">2026-04-05T04:23:38Z</dcterms:modified>
</cp:coreProperties>
</file>