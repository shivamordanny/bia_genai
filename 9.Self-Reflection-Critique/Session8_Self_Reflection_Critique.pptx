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D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&amp; Critique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 |  LLM-as-Judge  |  Iterative Refinement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 7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7 (Conceptual)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8 (Implementation)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reasoning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Self-Critique: model checks own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 → Action → 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Reflexion: collect feedback, learn over trials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Multi-path exploration + evaluate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LLM-as-Judge: model evaluates competing 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builds on Session 7 by teaching models to evaluate and improve their own outputs.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Know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They're Wrong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self-reflection closes the gap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Self-Reflection Problem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5272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61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Error Detection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71600" y="14813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confidently whether correct or not. They don't know when they hallucinate.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19456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000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= Structured Self-Evaluation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71600" y="25786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check its own work using a defined schema. This forces verification.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4728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3558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Sophistication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71600" y="36758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critique → self-refine loop → full Reflexion with memory across trials.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Self-Improvement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23444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55448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Self-Critique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1508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API call: Generate → Critique. Model checks its own answer against simple criteria.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28600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4231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55448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 Loop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API calls: Generate → Feedback → Refine → Feedback → Stop. Iterative improvement with clear stopping criteria.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47472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61188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611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5448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554480" y="3886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5–15+ API calls: Full loop with Actor, Evaluator, Self-Reflection, &amp; Memory. Learn from failures across multiple trials.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Self-Critique Flow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Two-chain pattern: one to generate, one to critique.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14400" y="128016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280160"/>
            <a:ext cx="16459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0320" y="1417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280160"/>
            <a:ext cx="1645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417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0" y="128016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1280160"/>
            <a:ext cx="16459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286000"/>
            <a:ext cx="8046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2377440"/>
            <a:ext cx="7589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Chain 1: Generate answer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client.messages.create(...)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Chain 2: Critique 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critique = client.messages.create(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messages=[...response.content, critique_prompt]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CritiqueResult Schema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schema for model critique output (Pydantic):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CritiqueResult(BaseModel):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issues: List[str]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severity: Literal['low','med','high']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suggestions: List[str]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overall_score: float  # 0.0-1.0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ready_for_use: bool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 Loop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improvement with stopping criteria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 Loop Pattern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→ Gets feedback → Refines → Repeats until score &gt; threshold or max iterations reached.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iteration in range(max_iterations):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generate(prompt, history)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critique = critique_response(response)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critique.score &gt; 0.8: break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history += [response, critique]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 = refine_prompt(critique)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Architecture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 working together with memory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Reflexion: Four Components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5272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61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7160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responses based on task and feedback.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140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029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7160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response against task goals.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8346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9008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28986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failures and writes insights.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370332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5876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3767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7160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insights to guide future trials.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Main Loop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914400"/>
            <a:ext cx="80467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005840"/>
            <a:ext cx="7589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[]  # insights from failures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trial in range(num_trials):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actor(task, memory)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= evaluator(response, task)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score &gt; threshold: break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reflection = analyze_failure(response, score)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memory.append(reflection)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LLM to evaluate competing responses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LLM-as-Judge Patterns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2801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Scoring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5727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scores one response on a rubric (0–10).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19456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2286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Reference-Based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5786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compares response to a gold-standard reference.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20040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3291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35844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picks winner between Response A &amp; B with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 Pattern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914400" y="10515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1051560"/>
            <a:ext cx="17373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5176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926080" y="10515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0" y="1051560"/>
            <a:ext cx="17373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292608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6344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937760" y="10515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051560"/>
            <a:ext cx="1737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148840"/>
            <a:ext cx="804672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Bias Mitigation: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 which response is shown first. Judge may prefer earlier option regardless of quality.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338328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= judge(response_a, response_b, rubric)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Returns: { 'winner': 'A', 'score_a': 7, 'score_b': 5, 'reasoning': '...' 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Awareness in Evaluation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Bias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840480" y="1143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 order of responses shown to judge.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1031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0428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Bias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840480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may prefer longer answers. Use explicit length-neutral rubrics.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310896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1012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Self-Enhancement Bias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840480" y="3154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may favor its own outputs. Use neutral third-party evaluators.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Selection Guide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quality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problems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across trials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self-improving agents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Exercises Today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23444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34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9164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Essay Writer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554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2-chain system: generate essay → critique → return. Add a loop to refine based on feedback.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606040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7432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743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9164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for Code Quality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91640" y="3063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code snippets and have an LLM judge them. Implement pairwise comparison with reasoning.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4114800"/>
            <a:ext cx="54864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425196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(Bonus)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69164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Reflexion System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691640" y="45720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multi-trial Reflexion with a simple task (e.g., riddle-solving). Store insights in memory.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 — Self-Reflection &amp; Critique</dc:title>
  <dc:subject>PptxGenJS Presentation</dc:subject>
  <dc:creator>Danny - BIA School of Technology &amp; AI</dc:creator>
  <cp:lastModifiedBy>Danny - BIA School of Technology &amp; AI</cp:lastModifiedBy>
  <cp:revision>1</cp:revision>
  <dcterms:created xsi:type="dcterms:W3CDTF">2026-04-04T09:45:23Z</dcterms:created>
  <dcterms:modified xsi:type="dcterms:W3CDTF">2026-04-04T09:45:23Z</dcterms:modified>
</cp:coreProperties>
</file>