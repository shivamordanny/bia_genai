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201168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4864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48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Essentials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  |  Sampling Params  |  System Messages  |  LangSmith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Generative AI &amp; Agentic AI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4475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&amp; Few-Shot Prompting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691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prompting techniques that shape LLM behavior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945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5915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 Parameters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0876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top_p, top_k, penalties — controlling output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1089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73552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Messages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0876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roles, constraints, and behavioral guardrails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4023360"/>
            <a:ext cx="73152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87952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Debugging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508760" y="4434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Tracing, inspecting, and iterating on prompt runs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Prompting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LLM can produce wildly different outputs based on how you prompt it. Prompt engineering is the primary interface between humans and AI agents.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10x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output with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65760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for Agentic 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2377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92240" y="32918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needed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Prompting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provided — the model relies entirely on its pre-training knowledge and the instruction itself.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657600" cy="25603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210312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this
review as positive, negative,
or neutral: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food was amazing but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service was painfully slow."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0" y="2212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well-defined tasks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43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12080" y="2715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 is sufficient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4612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32186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prototyping &amp; testing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4904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3721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the LLM handles well natively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Prompting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2-5 examples that demonstrate the pattern you want the model to follow. Examples = the most powerful steering tool.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4754880" cy="29260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 PROMPT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31520" y="2057400"/>
            <a:ext cx="4389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sentiment: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"Loved it!" -&gt; positive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"Terrible." -&gt; negative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"It was okay." -&gt; neutral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Review: "The food was amazing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 the service was painfully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slow." -&gt;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692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1945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26480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diverse, representative examples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7432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26480" y="2715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edge cases in your shots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32918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6480" y="3264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format consistent across examples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38404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26480" y="3813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— put harder examples last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 vs Few-Shot: When to Use Which?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Dimension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Zero-Shot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Few-Shot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Examples Given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2-5 demonstrations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Token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Higher (examples consume tokens)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Output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Less predictable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Highly controllable 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Simple tasks, exploration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Structured output, consistency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Agent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Quick tool 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Parsing, classification,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5994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Start with zero-shot. If the output drifts, add examples incrementally.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 Parameters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randomness, diversity, and repetition in LLM outputs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randomness in token selection. Higher = more creative/random; Lower = more focused/deterministic.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91640"/>
            <a:ext cx="256032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0.0 - 0.3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Deterministic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Q&amp;A, code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data extraction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691640"/>
            <a:ext cx="2560320" cy="5486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0.4 - 0.7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38328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5760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conversation,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summarisation, analysis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17920" y="169164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1691640"/>
            <a:ext cx="2560320" cy="5486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0.8 - 1.5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Creative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283464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Brainstorming, stories,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poetry, ideation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top_p &amp; top_k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05840"/>
            <a:ext cx="3840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top_p (Nucleus Sampling)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the smallest set of tokens whose cumulative probability exceeds p.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 = 0.1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focused — only top tokens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 = 0.9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selection — more diverse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05840"/>
            <a:ext cx="384048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top_k (Top-K Sampling)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29200" y="16916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selection to the top K most probable tokens before sampling.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 = 1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decoding (always top token)
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 = 50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default for diversity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6451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Adjust temperature OR top_p, not both simultaneously. Most APIs recommend this.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&amp; Presence Penalties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51560"/>
            <a:ext cx="73152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Frequency Penalty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tokens proportionally to how often they've appeared. Higher values strongly discourage repetition of the same words.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Range: -2.0 to 2.0 (default: 0)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051560"/>
            <a:ext cx="73152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Presence Penalty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penalty for any token that has appeared at least once. Encourages the model to introduce new topics rather than repeat existing ones.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Range: -2.0 to 2.0 (default: 0)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Increase These Parameters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2960" y="4114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Penalty: Agent loops repeating the same phrase  |  Presence Penalty: Agent stuck on one topic, needs broader exploration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Messages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layer that defines your agent's identity, behavior, and constraints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System Message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MESSAGE STRUCTURE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7589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  "role": "system",
  "content": 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Role Definition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You are a senior financial analyst...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Behavioral Constraints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Always cite data sources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Never give buy/sell advice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Output Format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Respond in JSON with keys: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analysis, confidence, sources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Components of Effective System Messages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2070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/ Persona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1572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model is — domain expertise, tone, personality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10312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1671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Rules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508760" y="25328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must/must not do — guardrails and constraints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8640" y="306324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461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127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Format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08760" y="34930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structure — JSON, markdown, tables, specific schemas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402336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062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87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/ Knowledge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508760" y="4453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info, docs, or domain knowledge to ground responses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Debugging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inspect, and iterate on every prompt run in your agentic pipelines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LangSmith: What &amp; Why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is an observability platform by LangChain for tracing, debugging, and evaluating LLM applications. It captures every call your agent makes.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8196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Runs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2130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full chain of calls: system msg, user msg, LLM response, latency, tokens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1520" y="260604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17320" y="259689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Prompts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17320" y="2907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different prompt versions side-by-side on the same inputs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338328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417320" y="337413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Spot Failures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417320" y="3685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an agent chain breaks — which step returned unexpected output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417320" y="41513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Eval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417320" y="4462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test datasets and run automated evaluations across prompt versions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137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LangSmith Quick Setup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77240" y="1371600"/>
            <a:ext cx="7589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LangSmith tracing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os.environ["LANGCHAIN_TRACING_V2"] = "true"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os.environ["LANGCHAIN_API_KEY"] = "ls-..."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os.environ["LANGCHAIN_PROJECT"] = "session6"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LangChain call is now traced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model="gpt-4o",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temperature=0.3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llm.invoke("Hello!")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0759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for quick tasks; few-shot when you need format control and consistency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10312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0391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creativity — keep it low for agents that need precision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6974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7706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temperature OR top_p, not both — avoid unpredictable interactions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42900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661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5021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messages are your agent's DNA — invest time in role, rules, and format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9768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23367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turns prompt debugging from guesswork into a data-driven process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5486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Time!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27432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vs Few-shot Sentiment Classifier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Playground — same prompt, different temps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Message for a Domain Agent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4: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&amp; Debug with LangSmith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Session 6 — Prompt Essentials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6 - Prompt Essentials</dc:title>
  <dc:subject>PptxGenJS Presentation</dc:subject>
  <dc:creator>BIA Instructor</dc:creator>
  <cp:lastModifiedBy>BIA Instructor</cp:lastModifiedBy>
  <cp:revision>1</cp:revision>
  <dcterms:created xsi:type="dcterms:W3CDTF">2026-03-27T13:48:10Z</dcterms:created>
  <dcterms:modified xsi:type="dcterms:W3CDTF">2026-03-27T13:48:10Z</dcterms:modified>
</cp:coreProperties>
</file>