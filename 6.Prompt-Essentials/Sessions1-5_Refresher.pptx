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18288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657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REFRESHER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 1–5 Recap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 before we dive into Prompt Engineering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155448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18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59152" y="3200400"/>
            <a:ext cx="1554480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2359152" y="3218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450592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78224" y="3200400"/>
            <a:ext cx="155448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078224" y="3218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169664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97296" y="3200400"/>
            <a:ext cx="1554480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5797296" y="3218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88736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16368" y="3200400"/>
            <a:ext cx="1554480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7516368" y="32186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07808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709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GenAI Primer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→ Deep Learning → Generative AI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Evolution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5603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labeled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Decision Trees, SVM, Random Forest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by humans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/ classifies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25603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features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(images), RNNs/LSTMs (sequences)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 &amp; GPUs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(text, images, code, audio)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Diffusion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internet-scale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interaction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06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537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GenAI didn't replace ML/DL — it builds on top of them. You still need ML fundamentals.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Generative AI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8404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Autoregressive (Transformers)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tokens one at a time, left to right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Gemini, Llama, Mistral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Text, code, reasoning, agents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84048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denoises random noise into output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Stable Diffusion, Midjourney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Images, video, audio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737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Open-Source / Open-Weight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3.1, Mistral, Phi-3, Gemma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locally, fine-tune, modify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privacy, no API costs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Hub — model marketplace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73152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00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Closed-Source / Proprietary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Claude, Gemini Pro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API only, pay per token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capability, managed infra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production agents, complex reasoning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an Agent?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types, and the agent loop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Components of an AI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15087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(The Brain)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that reasons, plans, and generates. GPT-4o, Claude, Llama — the thinking engine.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97280"/>
            <a:ext cx="73152" cy="15087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(The Hands)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capabilities: web search, APIs, databases, code execution. How agents interact with the real world.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346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2834640"/>
            <a:ext cx="73152" cy="15087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17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(The Context)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(conversation history) and long-term (vector stores, databases). What the agent remembers.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83464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(The Strategy)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breaks goals into steps, decides what to do next, and adapts when things go wrong.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599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without tools is just a chatbot. An agent without memory is goldfish. An agent without planning is chaos.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560320"/>
                <a:gridCol w="1280160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Description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Example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Complexity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Reflex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Simple input → output mapping. No reasoning, no memory. Like a chatbot with fixed rules.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If user says 'hello' → respond 'Hi!'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Planning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Breaks goals into steps, reasons about actions before taking them. Uses CoT and ReAct.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Research task → plan steps → execute → verify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Tool-Using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Can call external tools (search, APIs, code) to accomplish tasks beyond text generation.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User asks stock price → agent calls finance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Medium-High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Multi-Agent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Multiple specialized agents collaborate. Manager delegates to workers, workers report back.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Researcher + Writer + Editor collaborate on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Anatomy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self-attention, fine-tuning, RLHF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an LLM: The Key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5272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064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tokens (subword units). 'unhappiness' → ['un', 'happiness']. Models don't see words — they see token IDs. ~4 chars per token.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05740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585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1122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Self-Attention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2468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that lets tokens 'look at' every other token in the sequence. This is how the model understands context and relationships between words.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06324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6440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181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474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a pre-trained model to your specific task or domain. Full fine-tune (expensive) vs PEFT/LoRA (efficient, trains only a small adapter).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4069080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1239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RLHF &amp; DPO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4480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from Human Feedback — how models learn to be helpful and safe. DPO (Direct Preference Optimization) is a simpler alternative.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Transformer in 60 Seconds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2801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10512" y="114300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10512" y="1143000"/>
            <a:ext cx="128016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810512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01952" y="1828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[The] [cat] [sat]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4952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5264" y="114300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5264" y="1143000"/>
            <a:ext cx="12801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255264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46704" y="1828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→ vectors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(1536 dimensions)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9704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0016" y="114300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143000"/>
            <a:ext cx="12801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0016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1456" y="1828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attends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other token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34456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44768" y="114300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143000"/>
            <a:ext cx="12801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1828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layers of attention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feed-forward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79208" y="1920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9520" y="1143000"/>
            <a:ext cx="12801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9520" y="1143000"/>
            <a:ext cx="12801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11704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18288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key equation: Attention(Q, K, V) = softmax(QK</a:t>
            </a:r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ᵀ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√d</a:t>
            </a:r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ₖ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V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Q=Query, K=Key, V=Value — like a search engine inside each layer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Architectures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CrewAI, AutoGen, LangGraph — and when to use each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560320"/>
                <a:gridCol w="1188720"/>
                <a:gridCol w="14630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Framework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Style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For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Multi-Agent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Learning Curve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LangChain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Chain /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RAG, tool use, chains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LangGraph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State machine / DAG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Complex flows, cycles, branching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Higher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CrewAI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Role-based crews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Team collaboration, delegation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AutoGen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Conversation-based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Multi-agent chat, code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Architecture Concepts from Session 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Backends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4507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buffer, summary memory, vector store memory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416052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2044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Abstraction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0440" y="4507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functions the agent can call (search, calculate, query DB)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416052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55080" y="4187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Loop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4507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Act → Observe → Repeat until done (the core agent cycle)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Stand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07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evolved from classical ML to generative AI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transformers are and how they generate text (token by token)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121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components of an AI agent (LLM, Tools, Memory, Planning)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agent types: reflex, planning, tool-using, multi-agent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6324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3035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landscape: LangChain, LangGraph, CrewAI, AutoGen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548640" y="3794760"/>
            <a:ext cx="804672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8"/>
          <p:cNvSpPr/>
          <p:nvPr/>
        </p:nvSpPr>
        <p:spPr>
          <a:xfrm>
            <a:off x="82296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— SESSION 6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2296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Essentials: Zero/Few-Shot, Sampling Params, System Messages, LangSmith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822960" y="4572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skill for building effective agents →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 — Before We 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if you can answer these: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27632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Transformer and a Diffusion Model?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text generation vs iterative image denoising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450592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4231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components of an AI agent.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(Brain), Tools (Hands), Memory (Context), Planning (Strategy)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246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'autoregressive' mean in the context of LLMs?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566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one token at a time, each conditioned on all previous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096512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0690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pick CrewAI over LangChain?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389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multiple agents with defined roles collaborating on a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if you can't answer all of these — that's what the refresher was for!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Sessions 1-5 Quick Refresher</dc:title>
  <dc:subject>PptxGenJS Presentation</dc:subject>
  <dc:creator>BIA Instructor</dc:creator>
  <cp:lastModifiedBy>BIA Instructor</cp:lastModifiedBy>
  <cp:revision>1</cp:revision>
  <dcterms:created xsi:type="dcterms:W3CDTF">2026-03-28T04:04:31Z</dcterms:created>
  <dcterms:modified xsi:type="dcterms:W3CDTF">2026-03-28T04:04:31Z</dcterms:modified>
</cp:coreProperties>
</file>